
<file path=[Content_Types].xml><?xml version="1.0" encoding="utf-8"?>
<Types xmlns="http://schemas.openxmlformats.org/package/2006/content-types">
  <Default Extension="xml" ContentType="application/xml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handoutMasterIdLst>
    <p:handoutMasterId r:id="rId19"/>
  </p:handout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D7B26C5-4107-4FEC-AEDC-1716B250A1EF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 showGuides="1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customXml" Target="../customXml/item3.xml"/><Relationship Id="rId25" Type="http://schemas.openxmlformats.org/officeDocument/2006/relationships/customXml" Target="../customXml/item2.xml"/><Relationship Id="rId24" Type="http://schemas.openxmlformats.org/officeDocument/2006/relationships/customXml" Target="../customXml/item1.xml"/><Relationship Id="rId23" Type="http://schemas.microsoft.com/office/2018/10/relationships/authors" Target="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各位老师好,我是 2026 级硕士研究生徐胜钦,本科新能源科学与工程,跨专业到软件工程,研究方向是推荐系统。下面汇报两部分:一篇论文的复现情况,和假期学习总结。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我复现的是 Neural Collaborative Filtering,何向南等作者,发表于 WWW 2017。它是用深度学习做协同过滤这条线的奠基工作,被引数千次;官方代码 GitHub 开源(TensorFlow 1);论文报告了 MovieLens-1M 上的 HR@10 和 NDCG@10,有明确可对照的数字。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选它之前我做了文献调研:NCF 承接 2016 年的 Wide &amp; Deep,之后 2018 年出现 SASRec 把自注意力引入序列推荐,2020 年 LightGCN 把图卷积简化到极致,再往后是对比学习和大模型推荐。NCF 正好在链条的起点位置,适合作为第一篇复现。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论文要解决的核心问题是:协同过滤里怎么建模用户和物品的交互。传统矩阵分解用内积,表达能力受限;论文用神经网络学习交互函数,提出三种结构:GMF 把 embedding 逐元素相乘再线性打分,建模线性交互;MLP 把 embedding 拼接后过多层感知机,建模非线性;NeuMF 融合两路。训练用隐式反馈二分类、log loss、1 正比 4 负采样;评估用 leave-one-out,每个用户 100 个候选,算 HR@10 和 NDCG@10。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这是核心公式:GMF 的预测式、MLP 的前向、NeuMF 的融合式,以及训练用的二分类 log loss。下面两个是评估指标的定义式——HR@10 是命中率,NDCG@10 还考虑了排名位置。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环境是本机 RTX 5070 Ti 16G,PyTorch 2.14 加 cu130。数据用的是论文官方仓库处理好的 MovieLens-1M:训练 99.4 万条,测试是 6040 个用户、每个用户 1 个真实目标加 99 个随机负样本,和论文协议完全一致。超参固定 factor=8、batch 256、学习率 1e-3。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这是仓库里的真实代码,左边是 model.py 里三种结构的 forward:可以看到 GMF 的逐元素相乘、MLP 的拼接进多层网络、NeuMF 的双路 cat 融合。右边是负采样:每条正样本采 4 条负样本,并且用 while 循环跳过用户已经交互过的物品。这些逻辑都和论文逐模块核对过。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这是训练循环:清梯度、前向、算 loss、反向、更新参数五步;每个 epoch 结束后切换到评估模式,对全部 6040 个测试用户做全量评估,然后把指标以 6 位小数写进日志文件。这是我自己加的三处工程改造之一,另外两处是 --model 参数一键切换三种结构、以及 Windows 环境适配。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实验流程是:环境核验、数据校验、先用 2 个 epoch 冒烟测试确认整条链路通,然后三种结构各跑 50 个 epoch,每个 epoch 都在全量测试用户上评估。三个模型在 5070 Ti 上各跑了 23 到 35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这是复现结果对照论文:NeuMF 是我复现到最好的——HR@10 是 0.690,NDCG@10 是 0.409;论文 Table 2 报告的是 0.688 和 0.410,两项差距都在 0.002 以内,复现成立。GMF 复现 0.640,论文图里读数约 0.645;MLP 是 0.675。关键相对趋势 NeuMF 最好、GMF 和 MLP 接近,和论文结论完全一致。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这是三个模型 50 个 epoch 的训练曲线:都在 20 个 epoch 左右进入平台期,曲线平滑,没有过拟合迹象,相对排序也保持和论文一致。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局限我也如实说:第一,评估口径是 100 个候选,和全量物品排序不可比,而且论文正文说 100 个负样本、官方数据文件实际是 99 个;第二,我只固定了一组超参,没有做网格搜索,也是差距来源之一;第三,单次运行没有报多随机种子的方差。个人思考:下一步可以先试难负采样,再考虑物品侧引入属性特征。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假期学习围绕一条主线:能不能独立完成一次论文复现。学习内容包括科研方法论——文献检索和精读的三问框架、PyTorch 的实验全链路、Python 与数据分析基础、Git 工作流。完成的工作是系统梳理了推荐系统基础,并独立完成 NCF 从读到跑通到对比的全过程。遇到的问题:跨专业基础差距,我的策略是先跑通最小闭环。后续计划分三步:对齐组内方向、从复现走向改进、长期做出自己的第一篇工作。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产物一共四类,都可以现场查验:第一是代码仓库,已经推上 GitHub,包含代码、官方数据和运行脚本;第二是实验日志,每个 epoch 的指标 6 位小数落盘,完整终端输出也保留;第三是结果图表,包括对比表和训练曲线;第四是分析文档和这份 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cxnSp>
        <p:nvCxnSpPr>
          <p:cNvPr id="28" name="Straight Connector 27"/>
          <p:cNvCxnSpPr/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/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None/>
              <a:defRPr sz="2800" b="1"/>
            </a:lvl2pPr>
            <a:lvl3pPr marL="0" indent="0">
              <a:buNone/>
              <a:defRPr sz="2800" b="1"/>
            </a:lvl3pPr>
            <a:lvl4pPr marL="384175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  <a:endParaRPr lang="en-US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240030" indent="-240030">
              <a:buFont typeface="Lucida Grande"/>
              <a:buChar char="-"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indent="-240030">
              <a:buFont typeface="Lucida Grande"/>
              <a:buChar char="-"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Lucida Grande"/>
              <a:buChar char="-"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Lucida Grande"/>
              <a:buChar char="-"/>
              <a:defRPr sz="20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5pPr>
            <a:lvl6pPr marL="240030" indent="-240030">
              <a:buFont typeface="Lucida Grande"/>
              <a:buChar char="-"/>
              <a:defRPr sz="2000">
                <a:latin typeface="+mn-lt"/>
              </a:defRPr>
            </a:lvl6pPr>
            <a:lvl7pPr marL="240030" indent="-240030">
              <a:buFont typeface="Lucida Grande"/>
              <a:buChar char="-"/>
              <a:defRPr sz="2000">
                <a:latin typeface="+mn-lt"/>
              </a:defRPr>
            </a:lvl7pPr>
            <a:lvl8pPr marL="240030" indent="-240030">
              <a:buFont typeface="Lucida Grande"/>
              <a:buChar char="-"/>
              <a:defRPr sz="2000">
                <a:latin typeface="+mn-lt"/>
              </a:defRPr>
            </a:lvl8pPr>
            <a:lvl9pPr marL="240030" indent="-240030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240030" indent="-240030">
              <a:buFont typeface="Lucida Grande"/>
              <a:buChar char="-"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indent="-240030">
              <a:buFont typeface="Lucida Grande"/>
              <a:buChar char="-"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Lucida Grande"/>
              <a:buChar char="-"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Lucida Grande"/>
              <a:buChar char="-"/>
              <a:defRPr sz="20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5pPr>
            <a:lvl6pPr marL="240030" indent="-240030">
              <a:buFont typeface="Lucida Grande"/>
              <a:buChar char="-"/>
              <a:defRPr sz="2000">
                <a:latin typeface="+mn-lt"/>
              </a:defRPr>
            </a:lvl6pPr>
            <a:lvl7pPr marL="240030" indent="-240030">
              <a:buFont typeface="Lucida Grande"/>
              <a:buChar char="-"/>
              <a:defRPr sz="2000">
                <a:latin typeface="+mn-lt"/>
              </a:defRPr>
            </a:lvl7pPr>
            <a:lvl8pPr marL="240030" indent="-240030">
              <a:buFont typeface="Lucida Grande"/>
              <a:buChar char="-"/>
              <a:defRPr sz="2000">
                <a:latin typeface="+mn-lt"/>
              </a:defRPr>
            </a:lvl8pPr>
            <a:lvl9pPr marL="240030" indent="-240030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  <a:endParaRPr lang="en-US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pitchFamily="2" charset="0"/>
                <a:cs typeface="Aptos" pitchFamily="2" charset="0"/>
              </a:defRPr>
            </a:lvl5pPr>
            <a:lvl6pPr marL="240030" indent="-240030">
              <a:buFont typeface="Lucida Grande"/>
              <a:buChar char="-"/>
              <a:defRPr sz="2000">
                <a:latin typeface="+mn-lt"/>
              </a:defRPr>
            </a:lvl6pPr>
            <a:lvl7pPr marL="240030" indent="-240030">
              <a:buFont typeface="Lucida Grande"/>
              <a:buChar char="-"/>
              <a:defRPr sz="2000">
                <a:latin typeface="+mn-lt"/>
              </a:defRPr>
            </a:lvl7pPr>
            <a:lvl8pPr marL="240030" indent="-240030">
              <a:buFont typeface="Lucida Grande"/>
              <a:buChar char="-"/>
              <a:defRPr sz="2000">
                <a:latin typeface="+mn-lt"/>
              </a:defRPr>
            </a:lvl8pPr>
            <a:lvl9pPr marL="240030" indent="-240030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indent="-240030">
              <a:buFont typeface="Lucida Grande"/>
              <a:buChar char="-"/>
              <a:defRPr sz="2000">
                <a:latin typeface="+mn-lt"/>
              </a:defRPr>
            </a:lvl3pPr>
            <a:lvl4pPr marL="240030" indent="-240030">
              <a:buFont typeface="Lucida Grande"/>
              <a:buChar char="-"/>
              <a:defRPr sz="2000">
                <a:latin typeface="+mn-lt"/>
              </a:defRPr>
            </a:lvl4pPr>
            <a:lvl5pPr marL="240030" indent="-240030">
              <a:buFont typeface="Lucida Grande"/>
              <a:buChar char="-"/>
              <a:defRPr sz="2000" baseline="0">
                <a:latin typeface="+mn-lt"/>
              </a:defRPr>
            </a:lvl5pPr>
            <a:lvl6pPr marL="240030" indent="-240030">
              <a:buFont typeface="Lucida Grande"/>
              <a:buChar char="-"/>
              <a:defRPr sz="2000">
                <a:latin typeface="+mn-lt"/>
              </a:defRPr>
            </a:lvl6pPr>
            <a:lvl7pPr marL="240030" indent="-240030">
              <a:buFont typeface="Lucida Grande"/>
              <a:buChar char="-"/>
              <a:defRPr sz="2000">
                <a:latin typeface="+mn-lt"/>
              </a:defRPr>
            </a:lvl7pPr>
            <a:lvl8pPr marL="240030" indent="-240030">
              <a:buFont typeface="Lucida Grande"/>
              <a:buChar char="-"/>
              <a:defRPr sz="2000">
                <a:latin typeface="+mn-lt"/>
              </a:defRPr>
            </a:lvl8pPr>
            <a:lvl9pPr marL="240030" indent="-240030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indent="-240030">
              <a:buFont typeface="Lucida Grande"/>
              <a:buChar char="-"/>
              <a:defRPr sz="2000">
                <a:latin typeface="+mn-lt"/>
              </a:defRPr>
            </a:lvl3pPr>
            <a:lvl4pPr marL="240030" indent="-240030">
              <a:buFont typeface="Lucida Grande"/>
              <a:buChar char="-"/>
              <a:defRPr sz="2000">
                <a:latin typeface="+mn-lt"/>
              </a:defRPr>
            </a:lvl4pPr>
            <a:lvl5pPr marL="240030" indent="-240030">
              <a:buFont typeface="Lucida Grande"/>
              <a:buChar char="-"/>
              <a:defRPr sz="2000" baseline="0">
                <a:latin typeface="+mn-lt"/>
              </a:defRPr>
            </a:lvl5pPr>
            <a:lvl6pPr marL="240030" indent="-240030">
              <a:buFont typeface="Lucida Grande"/>
              <a:buChar char="-"/>
              <a:defRPr sz="2000">
                <a:latin typeface="+mn-lt"/>
              </a:defRPr>
            </a:lvl6pPr>
            <a:lvl7pPr marL="240030" indent="-240030">
              <a:buFont typeface="Lucida Grande"/>
              <a:buChar char="-"/>
              <a:defRPr sz="2000">
                <a:latin typeface="+mn-lt"/>
              </a:defRPr>
            </a:lvl7pPr>
            <a:lvl8pPr marL="240030" indent="-240030">
              <a:buFont typeface="Lucida Grande"/>
              <a:buChar char="-"/>
              <a:defRPr sz="2000">
                <a:latin typeface="+mn-lt"/>
              </a:defRPr>
            </a:lvl8pPr>
            <a:lvl9pPr marL="240030" indent="-240030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 baseline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itchFamily="2" charset="0"/>
                <a:ea typeface="Aptos" pitchFamily="2" charset="0"/>
                <a:cs typeface="Big Caslon Medium" charset="0"/>
              </a:defRPr>
            </a:lvl1pPr>
            <a:lvl2pPr marL="384175" indent="0">
              <a:buNone/>
              <a:defRPr/>
            </a:lvl2pPr>
            <a:lvl3pPr marL="0" indent="0">
              <a:buNone/>
              <a:defRPr/>
            </a:lvl3pPr>
            <a:lvl4pPr marL="384175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4175" indent="0">
              <a:buNone/>
              <a:defRPr/>
            </a:lvl2pPr>
            <a:lvl3pPr marL="0" indent="0">
              <a:buNone/>
              <a:defRPr/>
            </a:lvl3pPr>
            <a:lvl4pPr marL="384175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  <a:endParaRPr lang="en-GB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itchFamily="2" charset="0"/>
                <a:ea typeface="Aptos" pitchFamily="2" charset="0"/>
                <a:cs typeface="Big Caslon Medium" charset="0"/>
              </a:defRPr>
            </a:lvl1pPr>
            <a:lvl2pPr marL="384175" indent="0">
              <a:buNone/>
              <a:defRPr/>
            </a:lvl2pPr>
            <a:lvl3pPr marL="0" indent="0">
              <a:buNone/>
              <a:defRPr/>
            </a:lvl3pPr>
            <a:lvl4pPr marL="384175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itchFamily="2" charset="0"/>
                <a:ea typeface="Aptos" pitchFamily="2" charset="0"/>
                <a:cs typeface="Big Caslon Medium" charset="0"/>
              </a:defRPr>
            </a:lvl1pPr>
            <a:lvl2pPr marL="384175" indent="0">
              <a:buNone/>
              <a:defRPr/>
            </a:lvl2pPr>
            <a:lvl3pPr marL="0" indent="0">
              <a:buNone/>
              <a:defRPr/>
            </a:lvl3pPr>
            <a:lvl4pPr marL="384175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4175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4175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4175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 sz="1700"/>
            </a:lvl1pPr>
          </a:lstStyle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/>
            </a:pPr>
            <a:r>
              <a:rPr lang="en-US"/>
              <a:t>Click to edit Master text styles</a:t>
            </a:r>
            <a:endParaRPr lang="en-US"/>
          </a:p>
          <a:p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None/>
              <a:defRPr sz="2800" b="1"/>
            </a:lvl2pPr>
            <a:lvl3pPr marL="0" indent="0">
              <a:buNone/>
              <a:defRPr sz="2800" b="1"/>
            </a:lvl3pPr>
            <a:lvl4pPr marL="384175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4175" indent="0">
              <a:buNone/>
              <a:defRPr sz="2800" b="1"/>
            </a:lvl2pPr>
            <a:lvl3pPr marL="0" indent="0">
              <a:buNone/>
              <a:defRPr sz="2800" b="1"/>
            </a:lvl3pPr>
            <a:lvl4pPr marL="384175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 sz="3000" b="0" baseline="0"/>
            </a:lvl1pPr>
            <a:lvl2pPr marL="384175" indent="0">
              <a:buNone/>
              <a:defRPr/>
            </a:lvl2pPr>
            <a:lvl3pPr marL="0" indent="0">
              <a:buNone/>
              <a:defRPr/>
            </a:lvl3pPr>
            <a:lvl4pPr marL="384175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 sz="1700" b="0" baseline="0"/>
            </a:lvl1pPr>
            <a:lvl2pPr marL="384175" indent="0">
              <a:buNone/>
              <a:defRPr/>
            </a:lvl2pPr>
            <a:lvl3pPr marL="0" indent="0">
              <a:buNone/>
              <a:defRPr/>
            </a:lvl3pPr>
            <a:lvl4pPr marL="384175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 sz="1700" b="0" i="0"/>
            </a:lvl1pPr>
            <a:lvl2pPr marL="384175" indent="0">
              <a:buNone/>
              <a:defRPr b="0" i="0"/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3pPr>
            <a:lvl4pPr marL="624205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4pPr>
            <a:lvl5pPr marL="0" indent="0">
              <a:buNone/>
              <a:defRPr b="0" i="0"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 sz="1700" b="0" i="0"/>
            </a:lvl1pPr>
            <a:lvl2pPr marL="384175" indent="0">
              <a:buNone/>
              <a:defRPr b="0" i="0"/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3pPr>
            <a:lvl4pPr marL="624205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4pPr>
            <a:lvl5pPr marL="0" indent="0">
              <a:buNone/>
              <a:defRPr b="0" i="0"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/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/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 sz="1700" b="0" i="0"/>
            </a:lvl1pPr>
            <a:lvl2pPr marL="384175" indent="0">
              <a:buNone/>
              <a:defRPr b="0" i="0"/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3pPr>
            <a:lvl4pPr marL="624205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4pPr>
            <a:lvl5pPr marL="0" indent="0">
              <a:buNone/>
              <a:defRPr b="0" i="0"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 sz="1700" b="0" i="0"/>
            </a:lvl1pPr>
            <a:lvl2pPr marL="384175" indent="0">
              <a:buNone/>
              <a:defRPr b="0" i="0"/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3pPr>
            <a:lvl4pPr marL="624205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4pPr>
            <a:lvl5pPr marL="0" indent="0">
              <a:buNone/>
              <a:defRPr b="0" i="0"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 sz="1700" b="0" i="0"/>
            </a:lvl1pPr>
            <a:lvl2pPr marL="384175" indent="0">
              <a:buNone/>
              <a:defRPr b="0" i="0"/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3pPr>
            <a:lvl4pPr marL="624205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4pPr>
            <a:lvl5pPr marL="0" indent="0">
              <a:buNone/>
              <a:defRPr b="0" i="0"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 sz="1700" b="0" i="0"/>
            </a:lvl1pPr>
            <a:lvl2pPr marL="384175" indent="0">
              <a:buNone/>
              <a:defRPr b="0" i="0"/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3pPr>
            <a:lvl4pPr marL="624205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/>
            </a:lvl4pPr>
            <a:lvl5pPr marL="0" indent="0">
              <a:buNone/>
              <a:defRPr b="0" i="0"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3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40030" marR="0" lvl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/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/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/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/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/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/>
          <p:cNvSpPr>
            <a:spLocks noGrp="1"/>
          </p:cNvSpPr>
          <p:nvPr>
            <p:ph type="body" sz="quarter" idx="50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680" indent="-233680">
              <a:defRPr sz="1500"/>
            </a:lvl4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26" name="Text Placeholder 11"/>
          <p:cNvSpPr>
            <a:spLocks noGrp="1"/>
          </p:cNvSpPr>
          <p:nvPr>
            <p:ph type="body" sz="quarter" idx="56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57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58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marR="0" lvl="2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/>
            </a:pPr>
            <a:r>
              <a:rPr kumimoji="0" lang="en-US" sz="14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itchFamily="2" charset="0"/>
                <a:ea typeface="Aptos" pitchFamily="2" charset="0"/>
                <a:cs typeface="Aptos" pitchFamily="2" charset="0"/>
              </a:rPr>
              <a:t>Second level</a:t>
            </a:r>
            <a:endParaRPr kumimoji="0" lang="en-US" sz="14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itchFamily="2" charset="0"/>
              <a:ea typeface="Aptos" pitchFamily="2" charset="0"/>
              <a:cs typeface="Aptos" pitchFamily="2" charset="0"/>
            </a:endParaRPr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30" name="Text Placeholder 11"/>
          <p:cNvSpPr>
            <a:spLocks noGrp="1"/>
          </p:cNvSpPr>
          <p:nvPr>
            <p:ph type="body" sz="quarter" idx="59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marR="0" lvl="2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/>
            </a:pPr>
            <a:r>
              <a:rPr kumimoji="0" lang="en-US" sz="14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itchFamily="2" charset="0"/>
                <a:ea typeface="Aptos" pitchFamily="2" charset="0"/>
                <a:cs typeface="Aptos" pitchFamily="2" charset="0"/>
              </a:rPr>
              <a:t>Second level</a:t>
            </a:r>
            <a:endParaRPr kumimoji="0" lang="en-US" sz="14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itchFamily="2" charset="0"/>
              <a:ea typeface="Aptos" pitchFamily="2" charset="0"/>
              <a:cs typeface="Aptos" pitchFamily="2" charset="0"/>
            </a:endParaRPr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/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/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/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/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/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5" name="Text Placeholder 11"/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6" name="Text Placeholder 11"/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7" name="Text Placeholder 11"/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8" name="Text Placeholder 11"/>
          <p:cNvSpPr>
            <a:spLocks noGrp="1"/>
          </p:cNvSpPr>
          <p:nvPr>
            <p:ph type="body" sz="quarter" idx="69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49" name="Text Placeholder 11"/>
          <p:cNvSpPr>
            <a:spLocks noGrp="1"/>
          </p:cNvSpPr>
          <p:nvPr>
            <p:ph type="body" sz="quarter" idx="70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50" name="Text Placeholder 11"/>
          <p:cNvSpPr>
            <a:spLocks noGrp="1"/>
          </p:cNvSpPr>
          <p:nvPr>
            <p:ph type="body" sz="quarter" idx="7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marR="0" lvl="2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/>
            </a:pPr>
            <a:r>
              <a:rPr kumimoji="0" lang="en-US" sz="14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itchFamily="2" charset="0"/>
                <a:ea typeface="Aptos" pitchFamily="2" charset="0"/>
                <a:cs typeface="Aptos" pitchFamily="2" charset="0"/>
              </a:rPr>
              <a:t>Second level</a:t>
            </a:r>
            <a:endParaRPr kumimoji="0" lang="en-US" sz="14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itchFamily="2" charset="0"/>
              <a:ea typeface="Aptos" pitchFamily="2" charset="0"/>
              <a:cs typeface="Aptos" pitchFamily="2" charset="0"/>
            </a:endParaRPr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51" name="Text Placeholder 11"/>
          <p:cNvSpPr>
            <a:spLocks noGrp="1"/>
          </p:cNvSpPr>
          <p:nvPr>
            <p:ph type="body" sz="quarter" idx="72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marR="0" lvl="2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/>
            </a:pPr>
            <a:r>
              <a:rPr kumimoji="0" lang="en-US" sz="14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itchFamily="2" charset="0"/>
                <a:ea typeface="Aptos" pitchFamily="2" charset="0"/>
                <a:cs typeface="Aptos" pitchFamily="2" charset="0"/>
              </a:rPr>
              <a:t>Second level</a:t>
            </a:r>
            <a:endParaRPr kumimoji="0" lang="en-US" sz="14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itchFamily="2" charset="0"/>
              <a:ea typeface="Aptos" pitchFamily="2" charset="0"/>
              <a:cs typeface="Aptos" pitchFamily="2" charset="0"/>
            </a:endParaRPr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52" name="Text Placeholder 11"/>
          <p:cNvSpPr>
            <a:spLocks noGrp="1"/>
          </p:cNvSpPr>
          <p:nvPr>
            <p:ph type="body" sz="quarter" idx="50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680" indent="-233680">
              <a:defRPr sz="1500"/>
            </a:lvl4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/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/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/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marR="0" indent="-24003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41" name="Text Placeholder 11"/>
          <p:cNvSpPr>
            <a:spLocks noGrp="1"/>
          </p:cNvSpPr>
          <p:nvPr>
            <p:ph type="body" sz="quarter" idx="47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42" name="Text Placeholder 11"/>
          <p:cNvSpPr>
            <a:spLocks noGrp="1"/>
          </p:cNvSpPr>
          <p:nvPr>
            <p:ph type="body" sz="quarter" idx="48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43" name="Text Placeholder 11"/>
          <p:cNvSpPr>
            <a:spLocks noGrp="1"/>
          </p:cNvSpPr>
          <p:nvPr>
            <p:ph type="body" sz="quarter" idx="49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69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38417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767715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/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/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0" name="Text Placeholder 11"/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1" name="Text Placeholder 11"/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43" name="Text Placeholder 11"/>
          <p:cNvSpPr>
            <a:spLocks noGrp="1"/>
          </p:cNvSpPr>
          <p:nvPr>
            <p:ph type="body" sz="quarter" idx="48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49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55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26" name="Text Placeholder 11"/>
          <p:cNvSpPr>
            <a:spLocks noGrp="1"/>
          </p:cNvSpPr>
          <p:nvPr>
            <p:ph type="body" sz="quarter" idx="5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  <a:endParaRPr lang="en-US" dirty="0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56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55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5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/>
          <p:cNvSpPr>
            <a:spLocks noGrp="1"/>
          </p:cNvSpPr>
          <p:nvPr>
            <p:ph type="body" sz="quarter" idx="56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/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/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Arial" panose="020B0604020202020204"/>
              <a:buNone/>
              <a:defRPr/>
            </a:lvl2pPr>
            <a:lvl3pPr marL="0" indent="0">
              <a:buFont typeface="Arial" panose="020B0604020202020204"/>
              <a:buNone/>
              <a:defRPr sz="2000"/>
            </a:lvl3pPr>
            <a:lvl4pPr marL="0" indent="0">
              <a:buFont typeface="Arial" panose="020B0604020202020204"/>
              <a:buNone/>
              <a:defRPr sz="2000"/>
            </a:lvl4pPr>
            <a:lvl5pPr marL="0" indent="0">
              <a:buFont typeface="Arial" panose="020B0604020202020204"/>
              <a:buNone/>
              <a:defRPr sz="2000"/>
            </a:lvl5pPr>
            <a:lvl6pPr marL="0" indent="0">
              <a:buFont typeface="Arial" panose="020B0604020202020204"/>
              <a:buNone/>
              <a:defRPr sz="2000" baseline="0"/>
            </a:lvl6pPr>
            <a:lvl7pPr marL="0" indent="0">
              <a:buFont typeface="Arial" panose="020B0604020202020204"/>
              <a:buNone/>
              <a:defRPr sz="2000" baseline="0"/>
            </a:lvl7pPr>
            <a:lvl8pPr marL="0" indent="0">
              <a:buFont typeface="Arial" panose="020B0604020202020204"/>
              <a:buNone/>
              <a:defRPr sz="2000" baseline="0"/>
            </a:lvl8pPr>
            <a:lvl9pPr marL="0" indent="0">
              <a:buFont typeface="Arial" panose="020B0604020202020204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30" name="Text Placeholder 11"/>
          <p:cNvSpPr>
            <a:spLocks noGrp="1"/>
          </p:cNvSpPr>
          <p:nvPr>
            <p:ph type="body" sz="quarter" idx="49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marL="240030" lvl="3" indent="-240030" algn="l" defTabSz="609600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11430" indent="0" algn="ctr">
              <a:lnSpc>
                <a:spcPct val="100000"/>
              </a:lnSpc>
              <a:spcBef>
                <a:spcPts val="1465"/>
              </a:spcBef>
              <a:buFontTx/>
              <a:buNone/>
              <a:defRPr sz="1465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1430" indent="0" algn="ctr">
              <a:lnSpc>
                <a:spcPct val="100000"/>
              </a:lnSpc>
              <a:spcBef>
                <a:spcPts val="1465"/>
              </a:spcBef>
              <a:buFontTx/>
              <a:buNone/>
              <a:defRPr sz="1465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11430" indent="0" algn="ctr">
              <a:lnSpc>
                <a:spcPct val="100000"/>
              </a:lnSpc>
              <a:spcBef>
                <a:spcPts val="1465"/>
              </a:spcBef>
              <a:buFontTx/>
              <a:buNone/>
              <a:defRPr sz="1465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11430" indent="0" algn="ctr">
              <a:lnSpc>
                <a:spcPct val="100000"/>
              </a:lnSpc>
              <a:spcBef>
                <a:spcPts val="1465"/>
              </a:spcBef>
              <a:buFontTx/>
              <a:buNone/>
              <a:defRPr sz="1465" baseline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5pPr>
            <a:lvl6pPr marL="240030" indent="-228600" algn="ctr">
              <a:lnSpc>
                <a:spcPct val="100000"/>
              </a:lnSpc>
              <a:spcBef>
                <a:spcPts val="1465"/>
              </a:spcBef>
              <a:buFont typeface="Lucida Grande"/>
              <a:buChar char="-"/>
              <a:defRPr sz="1465">
                <a:solidFill>
                  <a:schemeClr val="tx1"/>
                </a:solidFill>
                <a:latin typeface="+mn-lt"/>
              </a:defRPr>
            </a:lvl6pPr>
            <a:lvl7pPr marL="240030" indent="-228600" algn="ctr">
              <a:lnSpc>
                <a:spcPct val="100000"/>
              </a:lnSpc>
              <a:spcBef>
                <a:spcPts val="1465"/>
              </a:spcBef>
              <a:buFont typeface="Lucida Grande"/>
              <a:buChar char="-"/>
              <a:defRPr sz="1465">
                <a:solidFill>
                  <a:schemeClr val="tx1"/>
                </a:solidFill>
                <a:latin typeface="+mn-lt"/>
              </a:defRPr>
            </a:lvl7pPr>
            <a:lvl8pPr marL="240030" indent="-228600" algn="ctr">
              <a:lnSpc>
                <a:spcPct val="100000"/>
              </a:lnSpc>
              <a:spcBef>
                <a:spcPts val="1465"/>
              </a:spcBef>
              <a:buFont typeface="Lucida Grande"/>
              <a:buChar char="-"/>
              <a:defRPr sz="1465" baseline="0">
                <a:solidFill>
                  <a:schemeClr val="tx1"/>
                </a:solidFill>
                <a:latin typeface="+mn-lt"/>
              </a:defRPr>
            </a:lvl8pPr>
            <a:lvl9pPr marL="240030" indent="-228600" algn="ctr">
              <a:lnSpc>
                <a:spcPct val="100000"/>
              </a:lnSpc>
              <a:spcBef>
                <a:spcPts val="1465"/>
              </a:spcBef>
              <a:buFont typeface="Lucida Grande"/>
              <a:buChar char="-"/>
              <a:defRPr sz="1465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/>
          <p:cNvSpPr>
            <a:spLocks noGrp="1"/>
          </p:cNvSpPr>
          <p:nvPr>
            <p:ph type="body" sz="quarter" idx="23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65"/>
            </a:lvl3pPr>
            <a:lvl4pPr marL="0" indent="0">
              <a:buFont typeface="Lucida Grande"/>
              <a:buNone/>
              <a:defRPr sz="1465"/>
            </a:lvl4pPr>
            <a:lvl5pPr marL="0" indent="0">
              <a:buFont typeface="Lucida Grande"/>
              <a:buNone/>
              <a:defRPr sz="1465" baseline="0"/>
            </a:lvl5pPr>
            <a:lvl6pPr marL="0" indent="0">
              <a:buFont typeface="Lucida Grande"/>
              <a:buNone/>
              <a:defRPr sz="1465"/>
            </a:lvl6pPr>
            <a:lvl7pPr marL="0" indent="0">
              <a:buFont typeface="Lucida Grande"/>
              <a:buNone/>
              <a:defRPr sz="1465"/>
            </a:lvl7pPr>
            <a:lvl8pPr marL="0" indent="0">
              <a:buFont typeface="Lucida Grande"/>
              <a:buNone/>
              <a:defRPr sz="1465"/>
            </a:lvl8pPr>
            <a:lvl9pPr marL="0" indent="0">
              <a:buFont typeface="Lucida Grande"/>
              <a:buNone/>
              <a:defRPr sz="1465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  <a:endParaRPr lang="en-AU"/>
          </a:p>
          <a:p>
            <a:pPr lvl="0"/>
            <a:r>
              <a:rPr lang="en-AU"/>
              <a:t>Job Position</a:t>
            </a:r>
            <a:endParaRPr lang="en-AU"/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/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65"/>
            </a:lvl3pPr>
            <a:lvl4pPr marL="0" indent="0">
              <a:buFont typeface="Lucida Grande"/>
              <a:buNone/>
              <a:defRPr sz="1465"/>
            </a:lvl4pPr>
            <a:lvl5pPr marL="0" indent="0">
              <a:buFont typeface="Lucida Grande"/>
              <a:buNone/>
              <a:defRPr sz="1465" baseline="0"/>
            </a:lvl5pPr>
            <a:lvl6pPr marL="0" indent="0">
              <a:buFont typeface="Lucida Grande"/>
              <a:buNone/>
              <a:defRPr sz="1465"/>
            </a:lvl6pPr>
            <a:lvl7pPr marL="0" indent="0">
              <a:buFont typeface="Lucida Grande"/>
              <a:buNone/>
              <a:defRPr sz="1465"/>
            </a:lvl7pPr>
            <a:lvl8pPr marL="0" indent="0">
              <a:buFont typeface="Lucida Grande"/>
              <a:buNone/>
              <a:defRPr sz="1465"/>
            </a:lvl8pPr>
            <a:lvl9pPr marL="0" indent="0">
              <a:buFont typeface="Lucida Grande"/>
              <a:buNone/>
              <a:defRPr sz="1465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  <a:endParaRPr lang="en-AU"/>
          </a:p>
          <a:p>
            <a:pPr lvl="0"/>
            <a:r>
              <a:rPr lang="en-AU"/>
              <a:t>Job Position</a:t>
            </a:r>
            <a:endParaRPr lang="en-AU"/>
          </a:p>
          <a:p>
            <a:pPr lvl="0"/>
            <a:endParaRPr lang="en-US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65"/>
            </a:lvl3pPr>
            <a:lvl4pPr marL="0" indent="0">
              <a:buFont typeface="Lucida Grande"/>
              <a:buNone/>
              <a:defRPr sz="1465"/>
            </a:lvl4pPr>
            <a:lvl5pPr marL="0" indent="0">
              <a:buFont typeface="Lucida Grande"/>
              <a:buNone/>
              <a:defRPr sz="1465" baseline="0"/>
            </a:lvl5pPr>
            <a:lvl6pPr marL="0" indent="0">
              <a:buFont typeface="Lucida Grande"/>
              <a:buNone/>
              <a:defRPr sz="1465"/>
            </a:lvl6pPr>
            <a:lvl7pPr marL="0" indent="0">
              <a:buFont typeface="Lucida Grande"/>
              <a:buNone/>
              <a:defRPr sz="1465"/>
            </a:lvl7pPr>
            <a:lvl8pPr marL="0" indent="0">
              <a:buFont typeface="Lucida Grande"/>
              <a:buNone/>
              <a:defRPr sz="1465"/>
            </a:lvl8pPr>
            <a:lvl9pPr marL="0" indent="0">
              <a:buFont typeface="Lucida Grande"/>
              <a:buNone/>
              <a:defRPr sz="1465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  <a:endParaRPr lang="en-AU"/>
          </a:p>
          <a:p>
            <a:pPr lvl="0"/>
            <a:r>
              <a:rPr lang="en-AU"/>
              <a:t>Job Position</a:t>
            </a:r>
            <a:endParaRPr lang="en-AU"/>
          </a:p>
          <a:p>
            <a:pPr lvl="0"/>
            <a:endParaRPr lang="en-US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65"/>
            </a:lvl3pPr>
            <a:lvl4pPr marL="0" indent="0">
              <a:buFont typeface="Lucida Grande"/>
              <a:buNone/>
              <a:defRPr sz="1465"/>
            </a:lvl4pPr>
            <a:lvl5pPr marL="0" indent="0">
              <a:buFont typeface="Lucida Grande"/>
              <a:buNone/>
              <a:defRPr sz="1465" baseline="0"/>
            </a:lvl5pPr>
            <a:lvl6pPr marL="0" indent="0">
              <a:buFont typeface="Lucida Grande"/>
              <a:buNone/>
              <a:defRPr sz="1465"/>
            </a:lvl6pPr>
            <a:lvl7pPr marL="0" indent="0">
              <a:buFont typeface="Lucida Grande"/>
              <a:buNone/>
              <a:defRPr sz="1465"/>
            </a:lvl7pPr>
            <a:lvl8pPr marL="0" indent="0">
              <a:buFont typeface="Lucida Grande"/>
              <a:buNone/>
              <a:defRPr sz="1465"/>
            </a:lvl8pPr>
            <a:lvl9pPr marL="0" indent="0">
              <a:buFont typeface="Lucida Grande"/>
              <a:buNone/>
              <a:defRPr sz="1465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  <a:endParaRPr lang="en-AU"/>
          </a:p>
          <a:p>
            <a:pPr lvl="0"/>
            <a:r>
              <a:rPr lang="en-AU"/>
              <a:t>Job Position</a:t>
            </a:r>
            <a:endParaRPr lang="en-AU"/>
          </a:p>
          <a:p>
            <a:pPr lvl="0"/>
            <a:endParaRPr lang="en-US"/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6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/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65"/>
            </a:lvl3pPr>
            <a:lvl4pPr marL="0" indent="0">
              <a:buFont typeface="Lucida Grande"/>
              <a:buNone/>
              <a:defRPr sz="1465"/>
            </a:lvl4pPr>
            <a:lvl5pPr marL="0" indent="0">
              <a:buFont typeface="Lucida Grande"/>
              <a:buNone/>
              <a:defRPr sz="1465" baseline="0"/>
            </a:lvl5pPr>
            <a:lvl6pPr marL="0" indent="0">
              <a:buFont typeface="Lucida Grande"/>
              <a:buNone/>
              <a:defRPr sz="1465"/>
            </a:lvl6pPr>
            <a:lvl7pPr marL="0" indent="0">
              <a:buFont typeface="Lucida Grande"/>
              <a:buNone/>
              <a:defRPr sz="1465"/>
            </a:lvl7pPr>
            <a:lvl8pPr marL="0" indent="0">
              <a:buFont typeface="Lucida Grande"/>
              <a:buNone/>
              <a:defRPr sz="1465"/>
            </a:lvl8pPr>
            <a:lvl9pPr marL="0" indent="0">
              <a:buFont typeface="Lucida Grande"/>
              <a:buNone/>
              <a:defRPr sz="1465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  <a:endParaRPr lang="en-AU"/>
          </a:p>
          <a:p>
            <a:pPr lvl="0"/>
            <a:r>
              <a:rPr lang="en-AU"/>
              <a:t>Job Position</a:t>
            </a:r>
            <a:endParaRPr lang="en-AU"/>
          </a:p>
          <a:p>
            <a:pPr lvl="0"/>
            <a:endParaRPr lang="en-US"/>
          </a:p>
        </p:txBody>
      </p:sp>
      <p:sp>
        <p:nvSpPr>
          <p:cNvPr id="37" name="Text Placeholder 11"/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65"/>
            </a:lvl3pPr>
            <a:lvl4pPr marL="0" indent="0">
              <a:buFont typeface="Lucida Grande"/>
              <a:buNone/>
              <a:defRPr sz="1465"/>
            </a:lvl4pPr>
            <a:lvl5pPr marL="0" indent="0">
              <a:buFont typeface="Lucida Grande"/>
              <a:buNone/>
              <a:defRPr sz="1465" baseline="0"/>
            </a:lvl5pPr>
            <a:lvl6pPr marL="0" indent="0">
              <a:buFont typeface="Lucida Grande"/>
              <a:buNone/>
              <a:defRPr sz="1465"/>
            </a:lvl6pPr>
            <a:lvl7pPr marL="0" indent="0">
              <a:buFont typeface="Lucida Grande"/>
              <a:buNone/>
              <a:defRPr sz="1465"/>
            </a:lvl7pPr>
            <a:lvl8pPr marL="0" indent="0">
              <a:buFont typeface="Lucida Grande"/>
              <a:buNone/>
              <a:defRPr sz="1465"/>
            </a:lvl8pPr>
            <a:lvl9pPr marL="0" indent="0">
              <a:buFont typeface="Lucida Grande"/>
              <a:buNone/>
              <a:defRPr sz="1465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  <a:endParaRPr lang="en-AU"/>
          </a:p>
          <a:p>
            <a:pPr lvl="0"/>
            <a:r>
              <a:rPr lang="en-AU"/>
              <a:t>Job Position</a:t>
            </a:r>
            <a:endParaRPr lang="en-AU"/>
          </a:p>
          <a:p>
            <a:pPr lvl="0"/>
            <a:endParaRPr lang="en-US"/>
          </a:p>
        </p:txBody>
      </p:sp>
      <p:sp>
        <p:nvSpPr>
          <p:cNvPr id="39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0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23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65"/>
            </a:lvl3pPr>
            <a:lvl4pPr marL="0" indent="0">
              <a:buFont typeface="Lucida Grande"/>
              <a:buNone/>
              <a:defRPr sz="1465"/>
            </a:lvl4pPr>
            <a:lvl5pPr marL="0" indent="0">
              <a:buFont typeface="Lucida Grande"/>
              <a:buNone/>
              <a:defRPr sz="1465" baseline="0"/>
            </a:lvl5pPr>
            <a:lvl6pPr marL="0" indent="0">
              <a:buFont typeface="Lucida Grande"/>
              <a:buNone/>
              <a:defRPr sz="1465"/>
            </a:lvl6pPr>
            <a:lvl7pPr marL="0" indent="0">
              <a:buFont typeface="Lucida Grande"/>
              <a:buNone/>
              <a:defRPr sz="1465"/>
            </a:lvl7pPr>
            <a:lvl8pPr marL="0" indent="0">
              <a:buFont typeface="Lucida Grande"/>
              <a:buNone/>
              <a:defRPr sz="1465"/>
            </a:lvl8pPr>
            <a:lvl9pPr marL="0" indent="0">
              <a:buFont typeface="Lucida Grande"/>
              <a:buNone/>
              <a:defRPr sz="1465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  <a:endParaRPr lang="en-AU"/>
          </a:p>
          <a:p>
            <a:pPr lvl="0"/>
            <a:r>
              <a:rPr lang="en-AU"/>
              <a:t>Job Position</a:t>
            </a:r>
            <a:endParaRPr lang="en-AU"/>
          </a:p>
          <a:p>
            <a:pPr lvl="0"/>
            <a:endParaRPr lang="en-US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23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65"/>
            </a:lvl3pPr>
            <a:lvl4pPr marL="0" indent="0">
              <a:buFont typeface="Lucida Grande"/>
              <a:buNone/>
              <a:defRPr sz="1465"/>
            </a:lvl4pPr>
            <a:lvl5pPr marL="0" indent="0">
              <a:buFont typeface="Lucida Grande"/>
              <a:buNone/>
              <a:defRPr sz="1465" baseline="0"/>
            </a:lvl5pPr>
            <a:lvl6pPr marL="0" indent="0">
              <a:buFont typeface="Lucida Grande"/>
              <a:buNone/>
              <a:defRPr sz="1465"/>
            </a:lvl6pPr>
            <a:lvl7pPr marL="0" indent="0">
              <a:buFont typeface="Lucida Grande"/>
              <a:buNone/>
              <a:defRPr sz="1465"/>
            </a:lvl7pPr>
            <a:lvl8pPr marL="0" indent="0">
              <a:buFont typeface="Lucida Grande"/>
              <a:buNone/>
              <a:defRPr sz="1465"/>
            </a:lvl8pPr>
            <a:lvl9pPr marL="0" indent="0">
              <a:buFont typeface="Lucida Grande"/>
              <a:buNone/>
              <a:defRPr sz="1465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  <a:endParaRPr lang="en-AU"/>
          </a:p>
          <a:p>
            <a:pPr lvl="0"/>
            <a:r>
              <a:rPr lang="en-AU"/>
              <a:t>Job Position</a:t>
            </a:r>
            <a:endParaRPr lang="en-AU"/>
          </a:p>
          <a:p>
            <a:pPr lvl="0"/>
            <a:endParaRPr lang="en-US"/>
          </a:p>
        </p:txBody>
      </p:sp>
      <p:cxnSp>
        <p:nvCxnSpPr>
          <p:cNvPr id="42" name="Straight Connector 41"/>
          <p:cNvCxnSpPr/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/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65"/>
            </a:lvl3pPr>
            <a:lvl4pPr marL="0" indent="0">
              <a:buFont typeface="Lucida Grande"/>
              <a:buNone/>
              <a:defRPr sz="1465"/>
            </a:lvl4pPr>
            <a:lvl5pPr marL="0" indent="0">
              <a:buFont typeface="Lucida Grande"/>
              <a:buNone/>
              <a:defRPr sz="1465" baseline="0"/>
            </a:lvl5pPr>
            <a:lvl6pPr marL="0" indent="0">
              <a:buFont typeface="Lucida Grande"/>
              <a:buNone/>
              <a:defRPr sz="1465"/>
            </a:lvl6pPr>
            <a:lvl7pPr marL="0" indent="0">
              <a:buFont typeface="Lucida Grande"/>
              <a:buNone/>
              <a:defRPr sz="1465"/>
            </a:lvl7pPr>
            <a:lvl8pPr marL="0" indent="0">
              <a:buFont typeface="Lucida Grande"/>
              <a:buNone/>
              <a:defRPr sz="1465"/>
            </a:lvl8pPr>
            <a:lvl9pPr marL="0" indent="0">
              <a:buFont typeface="Lucida Grande"/>
              <a:buNone/>
              <a:defRPr sz="1465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  <a:endParaRPr lang="en-AU"/>
          </a:p>
          <a:p>
            <a:pPr lvl="0"/>
            <a:r>
              <a:rPr lang="en-AU"/>
              <a:t>Job Position</a:t>
            </a:r>
            <a:endParaRPr lang="en-AU"/>
          </a:p>
          <a:p>
            <a:pPr lvl="0"/>
            <a:endParaRPr lang="en-US"/>
          </a:p>
        </p:txBody>
      </p:sp>
      <p:cxnSp>
        <p:nvCxnSpPr>
          <p:cNvPr id="45" name="Straight Connector 44"/>
          <p:cNvCxnSpPr/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5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465" b="1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65"/>
            </a:lvl3pPr>
            <a:lvl4pPr marL="0" indent="0">
              <a:buFont typeface="Lucida Grande"/>
              <a:buNone/>
              <a:defRPr sz="1465"/>
            </a:lvl4pPr>
            <a:lvl5pPr marL="0" indent="0">
              <a:buFont typeface="Lucida Grande"/>
              <a:buNone/>
              <a:defRPr sz="1465" baseline="0"/>
            </a:lvl5pPr>
            <a:lvl6pPr marL="0" indent="0">
              <a:buFont typeface="Lucida Grande"/>
              <a:buNone/>
              <a:defRPr sz="1465"/>
            </a:lvl6pPr>
            <a:lvl7pPr marL="0" indent="0">
              <a:buFont typeface="Lucida Grande"/>
              <a:buNone/>
              <a:defRPr sz="1465"/>
            </a:lvl7pPr>
            <a:lvl8pPr marL="0" indent="0">
              <a:buFont typeface="Lucida Grande"/>
              <a:buNone/>
              <a:defRPr sz="1465"/>
            </a:lvl8pPr>
            <a:lvl9pPr marL="0" indent="0">
              <a:buFont typeface="Lucida Grande"/>
              <a:buNone/>
              <a:defRPr sz="1465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  <a:endParaRPr lang="en-AU"/>
          </a:p>
          <a:p>
            <a:pPr lvl="0"/>
            <a:r>
              <a:rPr lang="en-AU"/>
              <a:t>Job Position</a:t>
            </a:r>
            <a:endParaRPr lang="en-AU"/>
          </a:p>
          <a:p>
            <a:pPr lvl="0"/>
            <a:endParaRPr lang="en-US"/>
          </a:p>
        </p:txBody>
      </p:sp>
      <p:sp>
        <p:nvSpPr>
          <p:cNvPr id="32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5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>
              <a:buFont typeface="Franklin Gothic Book" panose="020B0503020102020204" pitchFamily="34" charset="0"/>
              <a:buChar char="-"/>
              <a:defRPr sz="14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5pPr>
            <a:lvl6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6pPr>
            <a:lvl7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7pPr>
            <a:lvl8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8pPr>
            <a:lvl9pPr marL="240030" indent="-240030">
              <a:buFont typeface="Franklin Gothic Book" panose="020B0503020102020204" pitchFamily="34" charset="0"/>
              <a:buChar char="-"/>
              <a:defRPr sz="146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cxnSp>
        <p:nvCxnSpPr>
          <p:cNvPr id="35" name="Straight Connector 34"/>
          <p:cNvCxnSpPr/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7815" algn="l"/>
              </a:tabLst>
              <a:defRPr sz="1065" b="0" i="0"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624205" indent="-240030">
              <a:lnSpc>
                <a:spcPct val="109000"/>
              </a:lnSpc>
              <a:buFont typeface="Franklin Gothic Book" panose="020B0503020102020204" pitchFamily="34" charset="0"/>
              <a:buChar char="-"/>
              <a:defRPr sz="1065" b="0" i="0"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1007745" indent="-240030">
              <a:lnSpc>
                <a:spcPct val="109000"/>
              </a:lnSpc>
              <a:buFont typeface="Franklin Gothic Book" panose="020B0503020102020204" pitchFamily="34" charset="0"/>
              <a:buChar char="-"/>
              <a:defRPr sz="1065" b="0" i="0"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240030" indent="-240030" defTabSz="596900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7815" algn="l"/>
              </a:tabLst>
              <a:defRPr sz="1065" b="0" i="0" baseline="0"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240030" indent="-240030" defTabSz="596900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7815" algn="l"/>
              </a:tabLst>
              <a:defRPr sz="935" baseline="0">
                <a:latin typeface="Franklin Gothic Demi" panose="020B0703020102020204" pitchFamily="34" charset="0"/>
              </a:defRPr>
            </a:lvl5pPr>
            <a:lvl6pPr marL="240030" indent="-240030" defTabSz="596900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7815" algn="l"/>
              </a:tabLst>
              <a:defRPr sz="935" baseline="0">
                <a:latin typeface="Franklin Gothic Demi" panose="020B0703020102020204" pitchFamily="34" charset="0"/>
              </a:defRPr>
            </a:lvl6pPr>
            <a:lvl7pPr marL="240030" indent="-240030" defTabSz="596900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7815" algn="l"/>
              </a:tabLst>
              <a:defRPr sz="935" baseline="0">
                <a:latin typeface="Franklin Gothic Demi" panose="020B0703020102020204" pitchFamily="34" charset="0"/>
              </a:defRPr>
            </a:lvl7pPr>
            <a:lvl8pPr marL="240030" indent="-240030" defTabSz="596900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7815" algn="l"/>
              </a:tabLst>
              <a:defRPr sz="935" baseline="0">
                <a:latin typeface="Franklin Gothic Demi" panose="020B0703020102020204" pitchFamily="34" charset="0"/>
              </a:defRPr>
            </a:lvl8pPr>
            <a:lvl9pPr marL="240030" indent="-240030" defTabSz="596900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7815" algn="l"/>
              </a:tabLst>
              <a:defRPr sz="935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600"/>
            <a:r>
              <a:rPr lang="en-US" sz="1735" b="0" i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rPr>
              <a:t>TERMS &amp; CONDITIONS</a:t>
            </a:r>
            <a:endParaRPr lang="en-US" sz="1735" b="0" i="0">
              <a:solidFill>
                <a:schemeClr val="tx1"/>
              </a:solidFill>
              <a:latin typeface="Aptos" pitchFamily="2" charset="0"/>
              <a:ea typeface="Aptos" pitchFamily="2" charset="0"/>
              <a:cs typeface="Aptos" pitchFamily="2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sz="1400" b="0" i="0" baseline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r>
              <a:rPr lang="en-GB"/>
              <a:t>CONTACT</a:t>
            </a:r>
            <a:endParaRPr lang="en-GB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r>
              <a:rPr lang="en-GB"/>
              <a:t>CONTACT</a:t>
            </a:r>
            <a:endParaRPr lang="en-GB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sz="1400" b="0" i="0" baseline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pitchFamily="2" charset="0"/>
                <a:cs typeface="Aptos" pitchFamily="2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/>
            </a:pPr>
            <a:r>
              <a:rPr lang="en-GB"/>
              <a:t>Click to edit Master text styles</a:t>
            </a:r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</a:fld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  <a:endParaRPr lang="en-US" dirty="0"/>
          </a:p>
        </p:txBody>
      </p:sp>
      <p:sp>
        <p:nvSpPr>
          <p:cNvPr id="4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pitchFamily="2" charset="0"/>
                <a:cs typeface="Aptos" pitchFamily="2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pitchFamily="2" charset="0"/>
                <a:cs typeface="Aptos" pitchFamily="2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pitchFamily="2" charset="0"/>
                <a:cs typeface="Aptos" pitchFamily="2" charset="0"/>
              </a:defRPr>
            </a:lvl5pPr>
            <a:lvl6pPr marL="240030" indent="-240030">
              <a:buFont typeface="Lucida Grande"/>
              <a:buChar char="-"/>
              <a:defRPr sz="2000">
                <a:latin typeface="+mn-lt"/>
              </a:defRPr>
            </a:lvl6pPr>
            <a:lvl7pPr marL="240030" indent="-240030">
              <a:buFont typeface="Lucida Grande"/>
              <a:buChar char="-"/>
              <a:defRPr sz="2000">
                <a:latin typeface="+mn-lt"/>
              </a:defRPr>
            </a:lvl7pPr>
            <a:lvl8pPr marL="240030" indent="-240030">
              <a:buFont typeface="Lucida Grande"/>
              <a:buChar char="-"/>
              <a:defRPr sz="2000">
                <a:latin typeface="+mn-lt"/>
              </a:defRPr>
            </a:lvl8pPr>
            <a:lvl9pPr marL="240030" indent="-240030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</a:fld>
            <a:endParaRPr lang="en-US"/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indent="-240030">
              <a:buFont typeface="Lucida Grande"/>
              <a:buChar char="-"/>
              <a:defRPr sz="2000">
                <a:latin typeface="+mn-lt"/>
              </a:defRPr>
            </a:lvl3pPr>
            <a:lvl4pPr marL="240030" indent="-240030">
              <a:buFont typeface="Lucida Grande"/>
              <a:buChar char="-"/>
              <a:defRPr sz="2000">
                <a:latin typeface="+mn-lt"/>
              </a:defRPr>
            </a:lvl4pPr>
            <a:lvl5pPr marL="240030" indent="-240030">
              <a:buFont typeface="Lucida Grande"/>
              <a:buChar char="-"/>
              <a:defRPr sz="2000" baseline="0">
                <a:latin typeface="+mn-lt"/>
              </a:defRPr>
            </a:lvl5pPr>
            <a:lvl6pPr marL="240030" indent="-240030">
              <a:buFont typeface="Lucida Grande"/>
              <a:buChar char="-"/>
              <a:defRPr sz="2000">
                <a:latin typeface="+mn-lt"/>
              </a:defRPr>
            </a:lvl6pPr>
            <a:lvl7pPr marL="240030" indent="-240030">
              <a:buFont typeface="Lucida Grande"/>
              <a:buChar char="-"/>
              <a:defRPr sz="2000">
                <a:latin typeface="+mn-lt"/>
              </a:defRPr>
            </a:lvl7pPr>
            <a:lvl8pPr marL="240030" indent="-240030">
              <a:buFont typeface="Lucida Grande"/>
              <a:buChar char="-"/>
              <a:defRPr sz="2000">
                <a:latin typeface="+mn-lt"/>
              </a:defRPr>
            </a:lvl8pPr>
            <a:lvl9pPr marL="240030" indent="-240030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2pPr>
            <a:lvl3pPr marL="240030" indent="-240030">
              <a:buFont typeface="Lucida Grande"/>
              <a:buChar char="-"/>
              <a:defRPr sz="2000">
                <a:latin typeface="+mn-lt"/>
              </a:defRPr>
            </a:lvl3pPr>
            <a:lvl4pPr marL="240030" indent="-240030">
              <a:buFont typeface="Lucida Grande"/>
              <a:buChar char="-"/>
              <a:defRPr sz="2000">
                <a:latin typeface="+mn-lt"/>
              </a:defRPr>
            </a:lvl4pPr>
            <a:lvl5pPr marL="240030" indent="-240030">
              <a:buFont typeface="Lucida Grande"/>
              <a:buChar char="-"/>
              <a:defRPr sz="2000" baseline="0">
                <a:latin typeface="+mn-lt"/>
              </a:defRPr>
            </a:lvl5pPr>
            <a:lvl6pPr marL="240030" indent="-240030">
              <a:buFont typeface="Lucida Grande"/>
              <a:buChar char="-"/>
              <a:defRPr sz="2000">
                <a:latin typeface="+mn-lt"/>
              </a:defRPr>
            </a:lvl6pPr>
            <a:lvl7pPr marL="240030" indent="-240030">
              <a:buFont typeface="Lucida Grande"/>
              <a:buChar char="-"/>
              <a:defRPr sz="2000">
                <a:latin typeface="+mn-lt"/>
              </a:defRPr>
            </a:lvl7pPr>
            <a:lvl8pPr marL="240030" indent="-240030">
              <a:buFont typeface="Lucida Grande"/>
              <a:buChar char="-"/>
              <a:defRPr sz="2000">
                <a:latin typeface="+mn-lt"/>
              </a:defRPr>
            </a:lvl8pPr>
            <a:lvl9pPr marL="240030" indent="-240030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</a:fld>
            <a:endParaRPr lang="en-US"/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itchFamily="2" charset="0"/>
                <a:ea typeface="Aptos" pitchFamily="2" charset="0"/>
                <a:cs typeface="Big Caslon Medium" charset="0"/>
              </a:defRPr>
            </a:lvl1pPr>
            <a:lvl2pPr marL="384175" indent="0">
              <a:buNone/>
              <a:defRPr/>
            </a:lvl2pPr>
            <a:lvl3pPr marL="0" indent="0">
              <a:buNone/>
              <a:defRPr/>
            </a:lvl3pPr>
            <a:lvl4pPr marL="384175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itchFamily="2" charset="0"/>
                <a:ea typeface="Aptos" pitchFamily="2" charset="0"/>
                <a:cs typeface="Big Caslon Medium" charset="0"/>
              </a:defRPr>
            </a:lvl1pPr>
            <a:lvl2pPr marL="384175" indent="0">
              <a:buNone/>
              <a:defRPr/>
            </a:lvl2pPr>
            <a:lvl3pPr marL="0" indent="0">
              <a:buNone/>
              <a:defRPr/>
            </a:lvl3pPr>
            <a:lvl4pPr marL="384175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itchFamily="2" charset="0"/>
                <a:ea typeface="Aptos" pitchFamily="2" charset="0"/>
                <a:cs typeface="Big Caslon Medium" charset="0"/>
              </a:defRPr>
            </a:lvl1pPr>
            <a:lvl2pPr marL="384175" indent="0">
              <a:buNone/>
              <a:defRPr/>
            </a:lvl2pPr>
            <a:lvl3pPr marL="0" indent="0">
              <a:buNone/>
              <a:defRPr/>
            </a:lvl3pPr>
            <a:lvl4pPr marL="384175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defRPr sz="3000" b="0" i="0" u="none" spc="0">
                <a:solidFill>
                  <a:schemeClr val="tx1"/>
                </a:solidFill>
                <a:latin typeface="Aptos" pitchFamily="2" charset="0"/>
                <a:ea typeface="Aptos" pitchFamily="2" charset="0"/>
                <a:cs typeface="Aptos" pitchFamily="2" charset="0"/>
              </a:defRPr>
            </a:lvl1pPr>
          </a:lstStyle>
          <a:p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4" Type="http://schemas.openxmlformats.org/officeDocument/2006/relationships/theme" Target="../theme/theme1.xml"/><Relationship Id="rId63" Type="http://schemas.openxmlformats.org/officeDocument/2006/relationships/vmlDrawing" Target="../drawings/vmlDrawing1.vml"/><Relationship Id="rId62" Type="http://schemas.openxmlformats.org/officeDocument/2006/relationships/image" Target="../media/image1.emf"/><Relationship Id="rId61" Type="http://schemas.openxmlformats.org/officeDocument/2006/relationships/oleObject" Target="../embeddings/oleObject1.bin"/><Relationship Id="rId60" Type="http://schemas.openxmlformats.org/officeDocument/2006/relationships/tags" Target="../tags/tag1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 userDrawn="1">
            <p:custDataLst>
              <p:tags r:id="rId6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Slide" r:id="rId61" imgW="4445" imgH="4445" progId="TCLayout.ActiveDocument.1">
                  <p:embed/>
                </p:oleObj>
              </mc:Choice>
              <mc:Fallback>
                <p:oleObj name="think-cell Slide" r:id="rId61" imgW="4445" imgH="444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2"/>
            <a:r>
              <a:rPr lang="en-US"/>
              <a:t>Second level</a:t>
            </a:r>
            <a:endParaRPr lang="en-US"/>
          </a:p>
          <a:p>
            <a:pPr lvl="3"/>
            <a:r>
              <a:rPr lang="en-US"/>
              <a:t>Third level</a:t>
            </a:r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</a:fld>
            <a:endParaRPr lang="en-US"/>
          </a:p>
        </p:txBody>
      </p:sp>
      <p:sp>
        <p:nvSpPr>
          <p:cNvPr id="15" name="Slide Number Placeholder 5"/>
          <p:cNvSpPr txBox="1"/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</p:sldLayoutIdLst>
  <p:hf hdr="0" ftr="0"/>
  <p:txStyles>
    <p:titleStyle>
      <a:lvl1pPr algn="l" defTabSz="609600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pitchFamily="2" charset="0"/>
          <a:cs typeface="Aptos" pitchFamily="2" charset="0"/>
        </a:defRPr>
      </a:lvl1pPr>
    </p:titleStyle>
    <p:bodyStyle>
      <a:lvl1pPr marL="0" indent="0" algn="l" defTabSz="609600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5" b="0" i="0" kern="1200" spc="0">
          <a:solidFill>
            <a:schemeClr val="tx1"/>
          </a:solidFill>
          <a:latin typeface="Aptos" pitchFamily="2" charset="0"/>
          <a:ea typeface="Aptos" pitchFamily="2" charset="0"/>
          <a:cs typeface="Aptos" pitchFamily="2" charset="0"/>
        </a:defRPr>
      </a:lvl1pPr>
      <a:lvl2pPr marL="624205" indent="-240030" algn="l" defTabSz="609600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5" b="0" i="0" kern="1200" spc="0">
          <a:solidFill>
            <a:schemeClr val="tx1"/>
          </a:solidFill>
          <a:latin typeface="Aptos" pitchFamily="2" charset="0"/>
          <a:ea typeface="Aptos" pitchFamily="2" charset="0"/>
          <a:cs typeface="Aptos" pitchFamily="2" charset="0"/>
        </a:defRPr>
      </a:lvl2pPr>
      <a:lvl3pPr marL="240030" indent="-240030" algn="l" defTabSz="609600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5" b="0" i="0" kern="1200" spc="0">
          <a:solidFill>
            <a:schemeClr val="tx1"/>
          </a:solidFill>
          <a:latin typeface="Aptos" pitchFamily="2" charset="0"/>
          <a:ea typeface="Aptos" pitchFamily="2" charset="0"/>
          <a:cs typeface="Aptos" pitchFamily="2" charset="0"/>
        </a:defRPr>
      </a:lvl3pPr>
      <a:lvl4pPr marL="624205" indent="-240030" algn="l" defTabSz="609600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5" b="0" i="0" kern="1200" spc="0">
          <a:solidFill>
            <a:schemeClr val="tx1"/>
          </a:solidFill>
          <a:latin typeface="Aptos" pitchFamily="2" charset="0"/>
          <a:ea typeface="Aptos" pitchFamily="2" charset="0"/>
          <a:cs typeface="Aptos" pitchFamily="2" charset="0"/>
        </a:defRPr>
      </a:lvl4pPr>
      <a:lvl5pPr marL="240030" indent="-240030" algn="l" defTabSz="609600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pitchFamily="2" charset="0"/>
          <a:cs typeface="Aptos" pitchFamily="2" charset="0"/>
        </a:defRPr>
      </a:lvl5pPr>
      <a:lvl6pPr marL="240030" indent="-240030" algn="l" defTabSz="609600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40030" indent="-240030" algn="l" defTabSz="609600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" indent="-240030" algn="l" defTabSz="609600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40030" indent="-240030" algn="l" defTabSz="609600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15384" y="0"/>
            <a:ext cx="79735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15384" y="256032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15384" y="6601968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3200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重庆大学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4"/>
                </a:solidFill>
                <a:latin typeface="微软雅黑" panose="020B0503020204020204" charset="-122"/>
                <a:ea typeface="微软雅黑" panose="020B0503020204020204" charset="-122"/>
              </a:rPr>
              <a:t>大数据与软件学院</a:t>
            </a:r>
            <a:endParaRPr sz="1300" b="0">
              <a:solidFill>
                <a:srgbClr val="C9D6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3291840" cy="133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徐胜钦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 panose="020B0503020204020204" charset="-122"/>
                <a:ea typeface="微软雅黑" panose="020B0503020204020204" charset="-122"/>
              </a:rPr>
              <a:t>2026 级硕士研究生</a:t>
            </a:r>
            <a:endParaRPr sz="1250" b="0">
              <a:solidFill>
                <a:srgbClr val="C9D6E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endParaRPr sz="1250" b="0">
              <a:solidFill>
                <a:srgbClr val="C9D6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720" y="105156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研究生入学汇报  ·  PERSONAL RESEARCH REPORT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7223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论文复现与暑期学习汇报</a:t>
            </a:r>
            <a:endParaRPr sz="34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NCF 复现 · MovieLens-1M · HR@10 / NDCG@10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63440" y="376732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343400"/>
            <a:ext cx="7223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Neural Collaborative Filtering (WWW 2017)</a:t>
            </a:r>
            <a:endParaRPr sz="16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复现 GMF / MLP / NeuMF 三种结构,HR@10 / NDCG@10 对照论文报告值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5806440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2026 年 9 月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汇报框架</a:t>
            </a:r>
            <a:endParaRPr sz="26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① 论文复现</a:t>
            </a:r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　约 5 分钟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为什么复现 NCF</a:t>
            </a:r>
            <a:endParaRPr sz="13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论文核心:三种结构</a:t>
            </a:r>
            <a:endParaRPr sz="13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复现流程与环境</a:t>
            </a:r>
            <a:endParaRPr sz="13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结果对比:我的 vs 论文</a:t>
            </a:r>
            <a:endParaRPr sz="13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问题与差距分析</a:t>
            </a:r>
            <a:endParaRPr sz="13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② 暑期学习总结</a:t>
            </a:r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　约 3 分钟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学习内容与方法</a:t>
            </a:r>
            <a:endParaRPr sz="13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完成工作与产物</a:t>
            </a:r>
            <a:endParaRPr sz="13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遇到的问题</a:t>
            </a:r>
            <a:endParaRPr sz="13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后续计划</a:t>
            </a:r>
            <a:endParaRPr sz="13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8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来源与可得性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推荐系统方向基础文献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官方代码 GitHub 开源(TensorFlow 1)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论文报告 MovieLens-1M 上 HR@10 / NDCG@10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9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选题理由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内积→神经网络的思路起点,方法代表性最强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与 SASRec / LightGCN 一脉相承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代码规模小,单卡可完整复现,适合建立最小科研闭环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69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论文身份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Neural Collaborative Filtering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何向南 等 · WWW 2017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神经协同过滤奠基工作 · 被引数千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论文来源与选题理由</a:t>
            </a:r>
            <a:endParaRPr sz="26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研究背景与研究问题:这篇论文要解决什么</a:t>
            </a:r>
            <a:endParaRPr sz="26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155575" y="1258888"/>
            <a:ext cx="5760000" cy="3960812"/>
          </a:xfrm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研究背景与任务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推荐系统两类范式:基于内容过滤 与 协同过滤(CF)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协同过滤的核心:从用户-物品交互中学习偏好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主流做法 矩阵分解(MF):用户与物品映射为隐向量,用内积表示交互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本文任务:隐式反馈下的 Top-N 推荐(点击 / 购买等行为,而非显式评分)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技术演进位置:NCF 承接 Wide&amp;Deep(2016),启发 SASRec / LightGCN 等后续工作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52403" y="1259521"/>
            <a:ext cx="5760000" cy="3960813"/>
          </a:xfrm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已有方法的不足 → 论文的问题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内积表达能力受限:本质是线性模型,难以拟合复杂交互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隐向量各维度被假设相互独立,交互建模受到约束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NCF 之前的工作多是 MF 的变体,或引入辅助信息,交互仍靠内积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论文主张与贡献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用神经网络学习交互函数 f(user, item),替代内积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提出 GMF / MLP / NeuMF 三种结构,实验超越 BPR、eALS 等方法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核心论点:</a:t>
            </a: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把内积替换为神经网络,能提升协同过滤的表达能力与推荐效果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8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MLP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多层感知机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embedding 拼接 → 多层非线性变换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建模非线性交互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9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NeuMF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双塔融合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GMF + MLP 拼接后打分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论文与本次复现均显示最优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69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GMF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广义矩阵分解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embedding 逐元素相乘 → 线性打分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内积的神经网络推广 · 线性交互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论文核心:用神经网络学习交互函数</a:t>
            </a:r>
            <a:endParaRPr sz="26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协议:隐式反馈二值化 · log loss · 训练负采样 1:4 · leave-one-out 测试 · HR@10 / NDCG@10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一句话:用神经网络学习交互函数,替代传统矩阵分解的内积</a:t>
            </a:r>
            <a:endParaRPr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论文核心公式</a:t>
            </a:r>
            <a:endParaRPr sz="26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Picture 2" descr="formula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170432"/>
            <a:ext cx="8961120" cy="47509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8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MovieLens-1M:6040 用户 / 3706 物品 / 100 万交互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论文官方切分:每用户最新一条为测试(leave-one-out)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训练 99.4 万条 · 测试 6040 用户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9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协议与超参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测试:1 正 + 99 负 = 100 候选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factor=8 · MLP 3 层 · batch 256 · lr 1e-3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50 epochs · 逐 epoch 全量评估记录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数据取自论文官方仓库并校验行数/字节数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69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环境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RTX 5070 Ti(16 GB)· CUDA 13.4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PyTorch 2.14.0 + cu130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基于 guoyang9/NCF 移植,逐模块核对论文结构</a:t>
            </a:r>
            <a:endParaRPr sz="115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复现环境与流程</a:t>
            </a:r>
            <a:endParaRPr sz="26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代码解析(1/2):模型三结构与负采样</a:t>
            </a:r>
            <a:endParaRPr sz="24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562356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128016" bIns="91440" rtlCol="0" anchor="ctr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 panose="020B0609020204030204"/>
                <a:ea typeface="微软雅黑" panose="020B0503020204020204" charset="-122"/>
              </a:rPr>
              <a:t># model.py — 三种结构的 forward(原样摘录)</a:t>
            </a:r>
            <a:endParaRPr sz="1050">
              <a:solidFill>
                <a:srgbClr val="7E8B9E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if not self.model == 'MLP':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embed_user_GMF = self.embed_user_GMF(user)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embed_item_GMF = self.embed_item_GMF(item)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output_GMF = embed_user_GMF * embed_item_GMF  # 逐元素相乘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if not self.model == 'GMF':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embed_user_MLP = self.embed_user_MLP(user)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embed_item_MLP = self.embed_item_MLP(item)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    interaction = torch.cat((embed_user_MLP,</a:t>
            </a:r>
            <a:endParaRPr sz="105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                         embed_item_MLP), -1)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output_MLP = self.MLP_layers(interaction)   # 多层非线性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if self.model == 'GMF':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concat = output_GMF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elif self.model == 'MLP':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concat = output_MLP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else:   # NeuMF:两路融合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    concat = torch.cat((output_GMF, output_MLP), -1)</a:t>
            </a:r>
            <a:endParaRPr sz="105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prediction = self.predict_layer(concat)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48640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128016" bIns="91440" rtlCol="0" anchor="ctr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 panose="020B0609020204030204"/>
                <a:ea typeface="微软雅黑" panose="020B0503020204020204" charset="-122"/>
              </a:rPr>
              <a:t># data_utils.py — 训练负采样(1 正 : 4 负)</a:t>
            </a:r>
            <a:endParaRPr sz="1050">
              <a:solidFill>
                <a:srgbClr val="7E8B9E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for x in self.features_ps:        # 每条正样本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u = x[0]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for t in range(self.num_ng):  # num_ng = 4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        j = np.random.randint(self.num_item)</a:t>
            </a:r>
            <a:endParaRPr sz="105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    while (u, j) in self.train_mat: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 panose="020B0609020204030204"/>
                <a:ea typeface="微软雅黑" panose="020B0503020204020204" charset="-122"/>
              </a:rPr>
              <a:t>            # 跳过用户已交互物品</a:t>
            </a:r>
            <a:endParaRPr sz="1050">
              <a:solidFill>
                <a:srgbClr val="7E8B9E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            j = np.random.randint(self.num_item)</a:t>
            </a:r>
            <a:endParaRPr sz="105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    self.features_ng.append([u, j])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 panose="020B0609020204030204"/>
                <a:ea typeface="微软雅黑" panose="020B0503020204020204" charset="-122"/>
              </a:rPr>
              <a:t># 训练集 = 正样本 + 负样本(每 epoch 重新采样)</a:t>
            </a:r>
            <a:endParaRPr sz="1050">
              <a:solidFill>
                <a:srgbClr val="7E8B9E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features_fill = features_ps + features_ng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labels_fill   = [1]*len(features_ps) + [0]*len(features_ng)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代码解析(2/2):训练循环与指标落盘</a:t>
            </a:r>
            <a:endParaRPr sz="24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667512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128016" bIns="91440" rtlCol="0" anchor="ctr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 panose="020B0609020204030204"/>
                <a:ea typeface="微软雅黑" panose="020B0503020204020204" charset="-122"/>
              </a:rPr>
              <a:t># main.py — 训练与逐 epoch 全量评估</a:t>
            </a:r>
            <a:endParaRPr sz="1050">
              <a:solidFill>
                <a:srgbClr val="7E8B9E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for epoch in range(args.epochs):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train_loader.dataset.ng_sample()   # 每 epoch 重采样负样本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for user, item, label in train_loader: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    model.zero_grad()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        prediction = model(user.cuda(), item.cuda())</a:t>
            </a:r>
            <a:endParaRPr sz="105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        loss = loss_function(prediction, label.float().cuda())</a:t>
            </a:r>
            <a:endParaRPr sz="105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        loss.backward()</a:t>
            </a:r>
            <a:endParaRPr sz="105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        optimizer.step()</a:t>
            </a:r>
            <a:endParaRPr sz="105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model.eval()                        # 切评估模式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    HR, NDCG = evaluate.metrics(model, test_loader, args.top_k)</a:t>
            </a:r>
            <a:endParaRPr sz="105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os.makedirs('logs', exist_ok=True)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with open('logs/{}_{}_factor{}.tsv'.format(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            config.model, 'ml-1m', args.factor_num), 'a') as mf:</a:t>
            </a:r>
            <a:endParaRPr sz="105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        mf.write('{}  {:.6f}  {:.6f}'.format(epoch, hr, ndcg))</a:t>
            </a:r>
            <a:endParaRPr sz="105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 panose="020B0609020204030204"/>
                <a:ea typeface="微软雅黑" panose="020B0503020204020204" charset="-122"/>
              </a:rPr>
              <a:t>        # 仓库实现:epoch / HR@10 / NDCG@10 制表符分隔,6 位小数</a:t>
            </a:r>
            <a:endParaRPr sz="1050">
              <a:solidFill>
                <a:srgbClr val="7E8B9E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0" y="1417320"/>
            <a:ext cx="443484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128016" bIns="91440" rtlCol="0" anchor="ctr"/>
          <a:lstStyle/>
          <a:p>
            <a:pPr algn="ctr"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# evaluate.py — 与论文一致的口径</a:t>
            </a:r>
            <a:endParaRPr sz="100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predictions = model(user, item)   # 100 个候选打分</a:t>
            </a:r>
            <a:endParaRPr sz="100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_, indices = torch.topk(predictions, top_k)</a:t>
            </a:r>
            <a:endParaRPr sz="100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 panose="020B0609020204030204"/>
                <a:ea typeface="微软雅黑" panose="020B0503020204020204" charset="-122"/>
              </a:rPr>
              <a:t>recommends = torch.take(item, indices)</a:t>
            </a:r>
            <a:endParaRPr sz="1000">
              <a:solidFill>
                <a:srgbClr val="8FD1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gt_item = item[0]    # 第 1 个候选 = 真实目标</a:t>
            </a:r>
            <a:endParaRPr sz="100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HR.append(hit(gt_item, recommends))</a:t>
            </a:r>
            <a:endParaRPr sz="100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 panose="020B0609020204030204"/>
                <a:ea typeface="微软雅黑" panose="020B0503020204020204" charset="-122"/>
              </a:rPr>
              <a:t>NDCG.append(ndcg(gt_item, recommends))</a:t>
            </a:r>
            <a:endParaRPr sz="1000">
              <a:solidFill>
                <a:srgbClr val="E8ECF2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 panose="020B0609020204030204"/>
                <a:ea typeface="微软雅黑" panose="020B0503020204020204" charset="-122"/>
              </a:rPr>
              <a:t># 负采样口径</a:t>
            </a:r>
            <a:endParaRPr sz="1000">
              <a:solidFill>
                <a:srgbClr val="7E8B9E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 panose="020B0609020204030204"/>
                <a:ea typeface="微软雅黑" panose="020B0503020204020204" charset="-122"/>
              </a:rPr>
              <a:t>#   训练 1:4      (每 epoch 重采样)</a:t>
            </a:r>
            <a:endParaRPr sz="1000">
              <a:solidFill>
                <a:srgbClr val="7E8B9E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 panose="020B0609020204030204"/>
                <a:ea typeface="微软雅黑" panose="020B0503020204020204" charset="-122"/>
              </a:rPr>
              <a:t>#   测试 1 正 + 99 负 = 100 候选</a:t>
            </a:r>
            <a:endParaRPr sz="1000">
              <a:solidFill>
                <a:srgbClr val="7E8B9E"/>
              </a:solidFill>
              <a:latin typeface="Consolas" panose="020B0609020204030204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 panose="020B0609020204030204"/>
                <a:ea typeface="微软雅黑" panose="020B0503020204020204" charset="-122"/>
              </a:rPr>
              <a:t>#   取论文官方 test.negative 文件</a:t>
            </a:r>
            <a:endParaRPr sz="1000">
              <a:solidFill>
                <a:srgbClr val="7E8B9E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8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训练配置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factor=8 · MLP 3 层 · batch 256 · lr 1e-3</a:t>
            </a:r>
            <a:endParaRPr sz="11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Adam · 4:1 负采样 · 每 epoch 全量评估</a:t>
            </a:r>
            <a:endParaRPr sz="11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评估口径与论文一致(leave-one-out + 100 候选)</a:t>
            </a:r>
            <a:endParaRPr sz="11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9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数据与日志校验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论文官方产物:训练 994,169 条</a:t>
            </a:r>
            <a:endParaRPr sz="11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逐 epoch 指标落盘,6 位小数</a:t>
            </a:r>
            <a:endParaRPr sz="11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文件字节数与行数校验,弃用模拟数据</a:t>
            </a:r>
            <a:endParaRPr sz="11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69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实验流程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环境核验 → 数据校验 → 冒烟测试(2 epoch)</a:t>
            </a:r>
            <a:endParaRPr sz="11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GMF / MLP / NeuMF 各 50 epoch</a:t>
            </a:r>
            <a:endParaRPr sz="11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单模型 23-35 分钟(RTX 5070 Ti)</a:t>
            </a:r>
            <a:endParaRPr sz="11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实验流程与实测日志</a:t>
            </a:r>
            <a:endParaRPr sz="26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复现结果:NeuMF 对齐论文 Table 2 水平</a:t>
            </a:r>
            <a:endParaRPr sz="26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737360"/>
          <a:ext cx="10241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1737360"/>
                <a:gridCol w="1737360"/>
                <a:gridCol w="17373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复现 HR@10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复现 NDCG@10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论文 HR@10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论文 NDCG@10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出处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GMF</a:t>
                      </a:r>
                      <a:endParaRPr sz="1300" b="1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0.640</a:t>
                      </a:r>
                      <a:endParaRPr sz="1300" b="0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0.368</a:t>
                      </a:r>
                      <a:endParaRPr sz="1300" b="0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≈0.645</a:t>
                      </a:r>
                      <a:endParaRPr sz="1300" b="0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≈0.335</a:t>
                      </a:r>
                      <a:endParaRPr sz="1300" b="0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Figure 4 读数</a:t>
                      </a:r>
                      <a:endParaRPr sz="1300" b="0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MLP</a:t>
                      </a:r>
                      <a:endParaRPr sz="1300" b="1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0.675</a:t>
                      </a:r>
                      <a:endParaRPr sz="1300" b="0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0.398</a:t>
                      </a:r>
                      <a:endParaRPr sz="1300" b="0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≈0.640</a:t>
                      </a:r>
                      <a:endParaRPr sz="1300" b="0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≈0.345</a:t>
                      </a:r>
                      <a:endParaRPr sz="1300" b="0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Figure 4 读数</a:t>
                      </a:r>
                      <a:endParaRPr sz="1300" b="0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NeuMF</a:t>
                      </a:r>
                      <a:endParaRPr sz="1300" b="1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0.690</a:t>
                      </a:r>
                      <a:endParaRPr sz="1300" b="1">
                        <a:solidFill>
                          <a:srgbClr val="1F4E7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0.409</a:t>
                      </a:r>
                      <a:endParaRPr sz="1300" b="1">
                        <a:solidFill>
                          <a:srgbClr val="1F4E7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0.688</a:t>
                      </a:r>
                      <a:endParaRPr sz="1300" b="1">
                        <a:solidFill>
                          <a:srgbClr val="1F4E7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0.410</a:t>
                      </a:r>
                      <a:endParaRPr sz="1300" b="1">
                        <a:solidFill>
                          <a:srgbClr val="1F4E7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 2</a:t>
                      </a:r>
                      <a:endParaRPr sz="1300" b="0">
                        <a:solidFill>
                          <a:srgbClr val="2124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448056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结论:</a:t>
            </a:r>
            <a:r>
              <a:rPr sz="13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 相对趋势 NeuMF &gt; GMF ≈ MLP 与论文完全一致;NeuMF 与 Table 2 数值差 ≤ 0.002(实验噪声范围),复现成立</a:t>
            </a:r>
            <a:endParaRPr sz="13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• NeuMF no-pre-training(factor=8)对照论文 Table 2 精确值;GMF/MLP 对照 Figure 4 读数(±0.005),其 NDCG 高于读数源于实现结构差异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训练过程:三结构稳定收敛</a:t>
            </a:r>
            <a:endParaRPr sz="26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11091672" cy="3935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87568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三结构约 20 epoch 后进入平台期 · 收敛平滑无过拟合 · 相对排序与论文一致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暑期学习总结</a:t>
            </a:r>
            <a:endParaRPr sz="26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155575" y="1159828"/>
            <a:ext cx="5760000" cy="3960812"/>
          </a:xfrm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学了什么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科研方法论:文献检索与精读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Python / 数据分析 / Git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PyTorch 实验</a:t>
            </a:r>
            <a:r>
              <a:rPr lang="zh-CN" sz="120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链路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产物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完成 NCF 三结构复现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代码仓库 + 逐 epoch 实验日志 + 图表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52403" y="1159826"/>
            <a:ext cx="5760000" cy="3960813"/>
          </a:xfrm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遇到的问题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新卡 CUDA 兼容 / 数据源甄别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复现差异的归因方法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后续计划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补</a:t>
            </a:r>
            <a:r>
              <a:rPr lang="zh-CN"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跨考短板</a:t>
            </a:r>
            <a:endParaRPr lang="zh-CN"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快速跟上进度</a:t>
            </a:r>
            <a:endParaRPr lang="zh-CN"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对齐组内方向:开源生态 / 负责任推荐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endParaRPr lang="zh-CN"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具体产物</a:t>
            </a:r>
            <a:endParaRPr sz="26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182880" y="1302703"/>
            <a:ext cx="5760000" cy="3960812"/>
          </a:xfrm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① 代码仓库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GitHub 公开:代码 + 官方数据 + 运行脚本 + README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环境、复现命令、结果表一应俱全,可复跑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② 实验日志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逐 epoch 指标:epoch / HR@10 / NDCG@10(6 位小数)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完整终端输出:每 epoch 耗时、最优结果自动记录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79708" y="1302701"/>
            <a:ext cx="5760000" cy="3960813"/>
          </a:xfrm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③ 结果图表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结果对比表:复现值 vs 论文报告值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训练曲线:三结构 HR@10 / NDCG@10(200dpi)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④ 分析文档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复现实验记录:环境 / 协议 / 命令 / 问题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• 本汇报 PPT 与讲稿</a:t>
            </a:r>
            <a:endParaRPr sz="1200" b="0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仓库地址:github.com/849982345-oss/NCF-reproduction</a:t>
            </a:r>
            <a:endParaRPr sz="11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2742565"/>
            <a:ext cx="11880850" cy="1080000"/>
          </a:xfrm>
        </p:spPr>
        <p:txBody>
          <a:bodyPr/>
          <a:lstStyle/>
          <a:p>
            <a:pPr algn="ctr"/>
            <a:r>
              <a:rPr sz="4400" b="1">
                <a:solidFill>
                  <a:srgbClr val="21242B"/>
                </a:solidFill>
                <a:latin typeface="微软雅黑" panose="020B0503020204020204" charset="-122"/>
                <a:ea typeface="微软雅黑" panose="020B0503020204020204" charset="-122"/>
              </a:rPr>
              <a:t>谢谢聆听</a:t>
            </a:r>
            <a:endParaRPr sz="4400" b="1">
              <a:solidFill>
                <a:srgbClr val="21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github.com/849982345-oss/NCF-reproduction</a:t>
            </a:r>
            <a:endParaRPr sz="8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950" b="0">
              <a:solidFill>
                <a:srgbClr val="A8B0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2.xml><?xml version="1.0" encoding="utf-8"?>
<ds:datastoreItem xmlns:ds="http://schemas.openxmlformats.org/officeDocument/2006/customXml" ds:itemID="{7A644AE8-F151-4888-8DF4-98D970F781A3}">
  <ds:schemaRefs/>
</ds:datastoreItem>
</file>

<file path=customXml/itemProps3.xml><?xml version="1.0" encoding="utf-8"?>
<ds:datastoreItem xmlns:ds="http://schemas.openxmlformats.org/officeDocument/2006/customXml" ds:itemID="{ACFE6C9F-5342-4768-9383-9F4246D32488}">
  <ds:schemaRefs/>
</ds:datastoreItem>
</file>

<file path=customXml/itemProps4.xml><?xml version="1.0" encoding="utf-8"?>
<ds:datastoreItem xmlns:ds="http://schemas.openxmlformats.org/officeDocument/2006/customXml" ds:itemID="{EFB58357-47C5-445B-A342-D73F2F220B7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5568</Words>
  <Application>WPS 演示</Application>
  <PresentationFormat>Widescreen</PresentationFormat>
  <Paragraphs>358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6" baseType="lpstr">
      <vt:lpstr>Arial</vt:lpstr>
      <vt:lpstr>宋体</vt:lpstr>
      <vt:lpstr>Wingdings</vt:lpstr>
      <vt:lpstr>Noto Mono</vt:lpstr>
      <vt:lpstr>Segoe Print</vt:lpstr>
      <vt:lpstr>Aptos</vt:lpstr>
      <vt:lpstr>Segoe UI</vt:lpstr>
      <vt:lpstr>Franklin Gothic Book</vt:lpstr>
      <vt:lpstr>GT America Regular</vt:lpstr>
      <vt:lpstr>Lucida Grande</vt:lpstr>
      <vt:lpstr>Big Caslon Medium</vt:lpstr>
      <vt:lpstr>Franklin Gothic Demi</vt:lpstr>
      <vt:lpstr>Yu Gothic UI Semibold</vt:lpstr>
      <vt:lpstr>Arial</vt:lpstr>
      <vt:lpstr>微软雅黑</vt:lpstr>
      <vt:lpstr>Consolas</vt:lpstr>
      <vt:lpstr>Arial Unicode MS</vt:lpstr>
      <vt:lpstr>Calibri</vt:lpstr>
      <vt:lpstr>等线</vt:lpstr>
      <vt:lpstr>Inner Chapter 2020 master content white</vt:lpstr>
      <vt:lpstr>TCLayout.ActiveDocument.1</vt:lpstr>
      <vt:lpstr>PowerPoint 演示文稿</vt:lpstr>
      <vt:lpstr>汇报框架</vt:lpstr>
      <vt:lpstr>论文来源与选题理由</vt:lpstr>
      <vt:lpstr>研究背景与研究问题:这篇论文要解决什么</vt:lpstr>
      <vt:lpstr>论文核心:用神经网络学习交互函数</vt:lpstr>
      <vt:lpstr>论文核心公式</vt:lpstr>
      <vt:lpstr>复现环境与流程</vt:lpstr>
      <vt:lpstr>代码解析(1/2):模型三结构与负采样</vt:lpstr>
      <vt:lpstr>代码解析(2/2):训练循环与指标落盘</vt:lpstr>
      <vt:lpstr>实验流程与实测日志</vt:lpstr>
      <vt:lpstr>复现结果:NeuMF 对齐论文 Table 2 水平</vt:lpstr>
      <vt:lpstr>训练过程:三结构稳定收敛</vt:lpstr>
      <vt:lpstr>暑期学习总结</vt:lpstr>
      <vt:lpstr>具体产物(均可现场查验)</vt:lpstr>
      <vt:lpstr>谢谢聆听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Wilson</dc:creator>
  <cp:lastModifiedBy>徐胜钦</cp:lastModifiedBy>
  <cp:revision>11</cp:revision>
  <cp:lastPrinted>2019-10-07T16:23:00Z</cp:lastPrinted>
  <dcterms:created xsi:type="dcterms:W3CDTF">2020-06-09T02:58:00Z</dcterms:created>
  <dcterms:modified xsi:type="dcterms:W3CDTF">2026-09-13T05:00:43Z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  <property fmtid="{D5CDD505-2E9C-101B-9397-08002B2CF9AE}" pid="6" name="KSOProductBuildVer">
    <vt:lpwstr>2052-12.1.0.28022</vt:lpwstr>
  </property>
  <property fmtid="{D5CDD505-2E9C-101B-9397-08002B2CF9AE}" pid="7" name="ICV">
    <vt:lpwstr>87D938E62EB2447FA3DB447BF37EDE75_12</vt:lpwstr>
  </property>
</Properties>
</file>