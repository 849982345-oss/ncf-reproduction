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各位老师好,我汇报两部分:一篇论文的复现情况 + 假期学习总结。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NCF 论文复现与暑期学习汇报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Neural Collaborative Filtering (WWW 2017) · MovieLens-1M</a:t>
            </a:r>
          </a:p>
          <a:p>
            <a:r>
              <a:t>徐胜钦 · 重庆大学 大数据与软件学院 · 2026级硕士研究生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汇报框架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第一部分:论文复现(约 5 分钟)</a:t>
            </a:r>
          </a:p>
          <a:p>
            <a:pPr lvl="1"/>
            <a:r>
              <a:rPr/>
              <a:t>为什么复现 NCF → 论文核心思想 → 复现流程 → 结果对比 → 问题分析</a:t>
            </a:r>
          </a:p>
          <a:p>
            <a:pPr/>
            <a:r>
              <a:rPr/>
              <a:t>第二部分:暑期学习总结(约 3 分钟)</a:t>
            </a:r>
          </a:p>
          <a:p>
            <a:pPr lvl="1"/>
            <a:r>
              <a:rPr/>
              <a:t>学习内容 → 完成工作与产物 → 遇到的问题 → 后续计划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为什么选这篇:复现选题逻辑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NCF 是神经协同过滤的代表作(WWW 2017,Google Scholar 被引 3000+),是理解『深度学习如何建模用户-物品交互』的入口</a:t>
            </a:r>
          </a:p>
          <a:p>
            <a:pPr/>
            <a:r>
              <a:rPr/>
              <a:t>与本人方向(推荐系统)直接相关;代码规模小(数百行),可在单卡完整跑通</a:t>
            </a:r>
          </a:p>
          <a:p>
            <a:pPr/>
            <a:r>
              <a:rPr/>
              <a:t>有公开权威对照:论文报告了 MovieLens-1M 上 GMF/MLP/NeuMF 的 HR@10、NDCG@10</a:t>
            </a:r>
          </a:p>
          <a:p>
            <a:pPr/>
            <a:r>
              <a:rPr/>
              <a:t>官方为 TensorFlow 1 实现;本复现采用社区 PyTorch 移植并逐模块核对论文结构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