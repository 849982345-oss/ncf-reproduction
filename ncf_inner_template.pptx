
<file path=[Content_Types].xml><?xml version="1.0" encoding="utf-8"?>
<Types xmlns="http://schemas.openxmlformats.org/package/2006/content-types">
  <Default Extension="emf" ContentType="image/x-emf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embeddings/oleObject1.bin" ContentType="application/vnd.openxmlformats-officedocument.oleObject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4112" r:id="rId4"/>
  </p:sldMasterIdLst>
  <p:notesMasterIdLst>
    <p:notesMasterId r:id="rId6"/>
  </p:notesMasterIdLst>
  <p:handoutMasterIdLst>
    <p:handoutMasterId r:id="rId7"/>
  </p:handoutMasterIdLst>
  <p:sldIdLst>
    <p:sldId id="258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64C7672-AFFE-2B07-47CF-2875674AE31E}" name="Cherry Han" initials="" userId="S::cherry@innerchapter.co::1dd7f24e-13b2-4c7a-8415-37a02a35855a" providerId="AD"/>
  <p188:author id="{98416D7D-EF7F-971D-B704-6C1DCB47CF77}" name="Elaine Shi" initials="" userId="S::elaine.shi@innerchapter.co::2af58256-6942-4121-8ecb-62f3c6602c64" providerId="AD"/>
  <p188:author id="{5AB311B4-987F-60F2-C647-296155F517BC}" name="Tristan McInnis" initials="TM" userId="S::tristan@innerchapter.co::e87dff8a-f63f-4ba8-b09b-39f97b45cf3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D44B5"/>
    <a:srgbClr val="5AC19D"/>
    <a:srgbClr val="1A3C5A"/>
    <a:srgbClr val="29C08E"/>
    <a:srgbClr val="2574A6"/>
    <a:srgbClr val="737FA6"/>
    <a:srgbClr val="F5BB57"/>
    <a:srgbClr val="FEF3C7"/>
    <a:srgbClr val="00B0F0"/>
    <a:srgbClr val="EDDFB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2BEA715-7DAC-C54E-8216-F0C5EF2D1720}" v="62" dt="2026-01-07T07:54:18.668"/>
    <p1510:client id="{9332F9C2-058B-028F-5839-50A7CD45178E}" v="83" dt="2026-01-07T06:51:39.180"/>
  </p1510:revLst>
</p1510:revInfo>
</file>

<file path=ppt/tableStyles.xml><?xml version="1.0" encoding="utf-8"?>
<a:tblStyleLst xmlns:a="http://schemas.openxmlformats.org/drawingml/2006/main" def="{9D7B26C5-4107-4FEC-AEDC-1716B250A1EF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37"/>
    <p:restoredTop sz="94673"/>
  </p:normalViewPr>
  <p:slideViewPr>
    <p:cSldViewPr snapToGrid="0">
      <p:cViewPr varScale="1">
        <p:scale>
          <a:sx n="96" d="100"/>
          <a:sy n="96" d="100"/>
        </p:scale>
        <p:origin x="184" y="2904"/>
      </p:cViewPr>
      <p:guideLst>
        <p:guide orient="horz" pos="2183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notesMaster" Target="notesMasters/notesMaster1.xml"/><Relationship Id="rId7" Type="http://schemas.openxmlformats.org/officeDocument/2006/relationships/handoutMaster" Target="handoutMasters/handout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microsoft.com/office/2015/10/relationships/revisionInfo" Target="revisionInfo.xml"/><Relationship Id="rId13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BE2E74C-16C8-D641-8DBE-8FEE07A4EB4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FA9B7E-3A49-754E-B3EC-55E1CFEB22A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47E40F-9A50-5C47-8378-7B9CBFF94EF3}" type="datetimeFigureOut">
              <a:rPr lang="en-US" smtClean="0"/>
              <a:t>1/17/26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41DE0F-2E57-A240-8CDC-12D9CFD48C8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1F0F83-D774-084B-A781-5215BCCFF4A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60A68B-2577-184E-B375-5149757209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010179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D7ED42-C858-4341-A34B-9A27DFC26AFF}" type="datetimeFigureOut">
              <a:rPr lang="en-US" smtClean="0"/>
              <a:t>1/17/26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1CEFD5-4C5B-6E4A-A468-67AE7B500C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0478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-cov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8823C1B-BBF4-8C47-946E-21B2EBD77269}"/>
              </a:ext>
            </a:extLst>
          </p:cNvPr>
          <p:cNvSpPr/>
          <p:nvPr userDrawn="1"/>
        </p:nvSpPr>
        <p:spPr>
          <a:xfrm>
            <a:off x="155575" y="1449388"/>
            <a:ext cx="11880849" cy="3240087"/>
          </a:xfrm>
          <a:prstGeom prst="rect">
            <a:avLst/>
          </a:prstGeom>
          <a:noFill/>
          <a:ln w="3175">
            <a:solidFill>
              <a:schemeClr val="tx1">
                <a:lumMod val="85000"/>
                <a:lumOff val="1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50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2D9135A-D0FB-C74D-B64B-A2465FD7E31F}"/>
              </a:ext>
            </a:extLst>
          </p:cNvPr>
          <p:cNvCxnSpPr>
            <a:cxnSpLocks/>
          </p:cNvCxnSpPr>
          <p:nvPr userDrawn="1"/>
        </p:nvCxnSpPr>
        <p:spPr>
          <a:xfrm>
            <a:off x="8187798" y="1449388"/>
            <a:ext cx="0" cy="3240087"/>
          </a:xfrm>
          <a:prstGeom prst="line">
            <a:avLst/>
          </a:prstGeom>
          <a:ln w="3175">
            <a:solidFill>
              <a:schemeClr val="tx1">
                <a:lumMod val="85000"/>
                <a:lumOff val="1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1639C6D-5F24-D741-A5C1-6DB971FDCFF4}"/>
              </a:ext>
            </a:extLst>
          </p:cNvPr>
          <p:cNvCxnSpPr>
            <a:cxnSpLocks/>
            <a:stCxn id="2" idx="1"/>
          </p:cNvCxnSpPr>
          <p:nvPr userDrawn="1"/>
        </p:nvCxnSpPr>
        <p:spPr>
          <a:xfrm>
            <a:off x="155575" y="3069432"/>
            <a:ext cx="8032223" cy="0"/>
          </a:xfrm>
          <a:prstGeom prst="line">
            <a:avLst/>
          </a:prstGeom>
          <a:ln w="3175">
            <a:solidFill>
              <a:schemeClr val="tx1">
                <a:lumMod val="85000"/>
                <a:lumOff val="1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663B02F-4C5D-CB4D-9FDB-38277C5809E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5826" y="3334871"/>
            <a:ext cx="2483641" cy="1186870"/>
          </a:xfrm>
        </p:spPr>
        <p:txBody>
          <a:bodyPr/>
          <a:lstStyle>
            <a:lvl1pPr marL="0" indent="0">
              <a:buNone/>
              <a:defRPr sz="1200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20700631-5F8C-7244-9D82-274A807E266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45826" y="1699027"/>
            <a:ext cx="7495907" cy="1202670"/>
          </a:xfrm>
        </p:spPr>
        <p:txBody>
          <a:bodyPr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D0FCAF1B-C99E-C144-A97D-B1E1E10299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478047" y="1699101"/>
            <a:ext cx="3268126" cy="1202595"/>
          </a:xfrm>
        </p:spPr>
        <p:txBody>
          <a:bodyPr/>
          <a:lstStyle>
            <a:lvl1pPr marL="0" indent="0">
              <a:buNone/>
              <a:defRPr sz="1200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9B7A4B2F-BC63-9E4A-935A-66568B258A5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478046" y="3338373"/>
            <a:ext cx="3268127" cy="1183368"/>
          </a:xfrm>
        </p:spPr>
        <p:txBody>
          <a:bodyPr/>
          <a:lstStyle>
            <a:lvl1pPr marL="0" indent="0">
              <a:buNone/>
              <a:defRPr sz="1200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F255B9CD-36F0-C44A-A901-F8BB2CD8E5B7}"/>
              </a:ext>
            </a:extLst>
          </p:cNvPr>
          <p:cNvCxnSpPr>
            <a:cxnSpLocks/>
          </p:cNvCxnSpPr>
          <p:nvPr userDrawn="1"/>
        </p:nvCxnSpPr>
        <p:spPr>
          <a:xfrm>
            <a:off x="4504616" y="3069431"/>
            <a:ext cx="0" cy="1620042"/>
          </a:xfrm>
          <a:prstGeom prst="line">
            <a:avLst/>
          </a:prstGeom>
          <a:ln w="3175">
            <a:solidFill>
              <a:schemeClr val="tx1">
                <a:lumMod val="85000"/>
                <a:lumOff val="1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 Placeholder 14">
            <a:extLst>
              <a:ext uri="{FF2B5EF4-FFF2-40B4-BE49-F238E27FC236}">
                <a16:creationId xmlns:a16="http://schemas.microsoft.com/office/drawing/2014/main" id="{36FD9148-93D2-6044-8403-3003F20AD0C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50682" y="3334871"/>
            <a:ext cx="3191049" cy="1186870"/>
          </a:xfrm>
        </p:spPr>
        <p:txBody>
          <a:bodyPr/>
          <a:lstStyle>
            <a:lvl1pPr marL="0" indent="0">
              <a:buNone/>
              <a:defRPr sz="1200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793224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id-2x2-2-body-a"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491288A1-B781-8746-B811-2FB4F3E71F9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B5A31C18-2342-2B42-B4EA-87ACBD3E27F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578200" y="2785274"/>
            <a:ext cx="7078130" cy="1287452"/>
          </a:xfrm>
        </p:spPr>
        <p:txBody>
          <a:bodyPr anchor="ctr"/>
          <a:lstStyle>
            <a:lvl1pPr marL="0" indent="0" algn="ctr">
              <a:buNone/>
              <a:defRPr sz="6000" b="1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482643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-centered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1E54864-7CAA-224B-8289-E6FDA33F9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15C3D29-B8A7-3642-ADE0-3ECF83C752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5102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right-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8" hasCustomPrompt="1"/>
          </p:nvPr>
        </p:nvSpPr>
        <p:spPr>
          <a:xfrm>
            <a:off x="155575" y="1990165"/>
            <a:ext cx="5760000" cy="4499536"/>
          </a:xfrm>
        </p:spPr>
        <p:txBody>
          <a:bodyPr/>
          <a:lstStyle>
            <a:lvl1pPr marL="0" indent="0">
              <a:buNone/>
              <a:defRPr sz="1700" b="0" i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  <a:lvl2pPr marL="623888" indent="-239713">
              <a:tabLst>
                <a:tab pos="1905000" algn="l"/>
              </a:tabLst>
              <a:defRPr sz="1600" b="0" i="0"/>
            </a:lvl2pPr>
            <a:lvl3pPr>
              <a:defRPr sz="1500" b="0" i="0"/>
            </a:lvl3pPr>
            <a:lvl4pPr>
              <a:defRPr b="0" i="0"/>
            </a:lvl4pPr>
            <a:lvl5pPr>
              <a:defRPr b="0" i="0"/>
            </a:lvl5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1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575" y="368300"/>
            <a:ext cx="5870576" cy="1081088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4"/>
          </p:nvPr>
        </p:nvSpPr>
        <p:spPr>
          <a:xfrm>
            <a:off x="6165850" y="388170"/>
            <a:ext cx="6026149" cy="6469829"/>
          </a:xfrm>
        </p:spPr>
        <p:txBody>
          <a:bodyPr tIns="0" anchor="b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7038475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right-2-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8" hasCustomPrompt="1"/>
          </p:nvPr>
        </p:nvSpPr>
        <p:spPr>
          <a:xfrm>
            <a:off x="3290607" y="1990165"/>
            <a:ext cx="2735543" cy="4499536"/>
          </a:xfrm>
        </p:spPr>
        <p:txBody>
          <a:bodyPr/>
          <a:lstStyle>
            <a:lvl1pPr marL="0" indent="0">
              <a:buNone/>
              <a:defRPr sz="1700" b="0" i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  <a:lvl2pPr marL="623888" indent="-239713">
              <a:tabLst>
                <a:tab pos="1905000" algn="l"/>
              </a:tabLst>
              <a:defRPr sz="1600" b="0" i="0"/>
            </a:lvl2pPr>
            <a:lvl3pPr>
              <a:defRPr sz="1500" b="0" i="0"/>
            </a:lvl3pPr>
            <a:lvl4pPr>
              <a:defRPr b="0" i="0"/>
            </a:lvl4pPr>
            <a:lvl5pPr>
              <a:defRPr b="0" i="0"/>
            </a:lvl5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1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575" y="368300"/>
            <a:ext cx="5870576" cy="1081088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4"/>
          </p:nvPr>
        </p:nvSpPr>
        <p:spPr>
          <a:xfrm>
            <a:off x="6165850" y="388170"/>
            <a:ext cx="6026149" cy="6469829"/>
          </a:xfrm>
        </p:spPr>
        <p:txBody>
          <a:bodyPr tIns="0" anchor="b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14869927-ACA1-2D46-9C0E-8CAF864B8D6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55575" y="1990165"/>
            <a:ext cx="2735543" cy="4499536"/>
          </a:xfrm>
        </p:spPr>
        <p:txBody>
          <a:bodyPr/>
          <a:lstStyle>
            <a:lvl1pPr marL="0" indent="0">
              <a:buNone/>
              <a:defRPr sz="1700" b="0" i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  <a:lvl2pPr marL="623888" indent="-239713">
              <a:tabLst>
                <a:tab pos="1905000" algn="l"/>
              </a:tabLst>
              <a:defRPr sz="1600" b="0" i="0"/>
            </a:lvl2pPr>
            <a:lvl3pPr>
              <a:defRPr sz="1500" b="0" i="0"/>
            </a:lvl3pPr>
            <a:lvl4pPr>
              <a:defRPr b="0" i="0"/>
            </a:lvl4pPr>
            <a:lvl5pPr>
              <a:defRPr b="0" i="0"/>
            </a:lvl5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62939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right-3-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/>
          <p:cNvSpPr>
            <a:spLocks noGrp="1"/>
          </p:cNvSpPr>
          <p:nvPr>
            <p:ph type="pic" sz="quarter" idx="14"/>
          </p:nvPr>
        </p:nvSpPr>
        <p:spPr>
          <a:xfrm>
            <a:off x="6165851" y="0"/>
            <a:ext cx="6026149" cy="6858000"/>
          </a:xfrm>
        </p:spPr>
        <p:txBody>
          <a:bodyPr tIns="0" anchor="b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8"/>
          </p:nvPr>
        </p:nvSpPr>
        <p:spPr>
          <a:xfrm>
            <a:off x="155572" y="3608388"/>
            <a:ext cx="5760000" cy="1079501"/>
          </a:xfrm>
        </p:spPr>
        <p:txBody>
          <a:bodyPr/>
          <a:lstStyle>
            <a:lvl1pPr marL="0" indent="0">
              <a:buNone/>
              <a:defRPr sz="1500" b="0" i="0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Text Placeholder 3"/>
          <p:cNvSpPr>
            <a:spLocks noGrp="1"/>
          </p:cNvSpPr>
          <p:nvPr>
            <p:ph type="body" sz="quarter" idx="19"/>
          </p:nvPr>
        </p:nvSpPr>
        <p:spPr>
          <a:xfrm>
            <a:off x="177573" y="1449389"/>
            <a:ext cx="5760000" cy="1079500"/>
          </a:xfrm>
        </p:spPr>
        <p:txBody>
          <a:bodyPr/>
          <a:lstStyle>
            <a:lvl1pPr marL="0" indent="0">
              <a:buNone/>
              <a:defRPr sz="3000" b="0" i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  <a:lvl2pPr marL="383990" indent="0">
              <a:buNone/>
              <a:defRPr sz="2800" b="1"/>
            </a:lvl2pPr>
            <a:lvl3pPr marL="0" indent="0">
              <a:buNone/>
              <a:defRPr sz="2800" b="1"/>
            </a:lvl3pPr>
            <a:lvl4pPr marL="383990" indent="0">
              <a:buNone/>
              <a:defRPr sz="2800" b="1"/>
            </a:lvl4pPr>
            <a:lvl5pPr marL="0" indent="0">
              <a:buNone/>
              <a:defRPr sz="2800" b="1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20" hasCustomPrompt="1"/>
          </p:nvPr>
        </p:nvSpPr>
        <p:spPr>
          <a:xfrm>
            <a:off x="155573" y="5244353"/>
            <a:ext cx="5760000" cy="1245348"/>
          </a:xfrm>
        </p:spPr>
        <p:txBody>
          <a:bodyPr/>
          <a:lstStyle>
            <a:lvl5pPr marL="0" indent="0">
              <a:buNone/>
              <a:defRPr sz="1500" b="0" i="0">
                <a:latin typeface="Aptos" panose="02000503000000020004" pitchFamily="2" charset="0"/>
              </a:defRPr>
            </a:lvl5pPr>
          </a:lstStyle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CF770BCF-3ACB-BC4D-8958-C62E9DC10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01904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-2-cente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B48AB4D1-EC5B-4E45-A1C0-B45EC36DFE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1"/>
            <a:ext cx="11880850" cy="1608418"/>
          </a:xfrm>
        </p:spPr>
        <p:txBody>
          <a:bodyPr tIns="36000"/>
          <a:lstStyle>
            <a:lvl1pPr>
              <a:defRPr sz="3000" b="0" i="0">
                <a:solidFill>
                  <a:schemeClr val="tx1"/>
                </a:solidFill>
                <a:latin typeface="Aptos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8C0BA2FA-07A3-5142-B026-A1BFA957CF7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55575" y="2528888"/>
            <a:ext cx="5760000" cy="3960812"/>
          </a:xfrm>
        </p:spPr>
        <p:txBody>
          <a:bodyPr/>
          <a:lstStyle>
            <a:lvl1pPr>
              <a:defRPr sz="1700" b="0" i="0">
                <a:solidFill>
                  <a:schemeClr val="tx1"/>
                </a:solidFill>
              </a:defRPr>
            </a:lvl1pPr>
            <a:lvl2pPr>
              <a:defRPr b="0" i="0">
                <a:solidFill>
                  <a:schemeClr val="tx1"/>
                </a:solidFill>
              </a:defRPr>
            </a:lvl2pPr>
            <a:lvl3pPr>
              <a:defRPr sz="1700" b="0" i="0">
                <a:solidFill>
                  <a:schemeClr val="tx1"/>
                </a:solidFill>
              </a:defRPr>
            </a:lvl3pPr>
            <a:lvl4pPr>
              <a:defRPr sz="1700" b="0" i="0">
                <a:solidFill>
                  <a:schemeClr val="tx1"/>
                </a:solidFill>
              </a:defRPr>
            </a:lvl4pPr>
            <a:lvl5pPr>
              <a:defRPr b="0" i="0">
                <a:solidFill>
                  <a:schemeClr val="tx1"/>
                </a:solidFill>
                <a:latin typeface="Apto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56410499-928A-7645-B5BD-59B1800A993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52403" y="2528886"/>
            <a:ext cx="5760000" cy="3960813"/>
          </a:xfrm>
        </p:spPr>
        <p:txBody>
          <a:bodyPr/>
          <a:lstStyle>
            <a:lvl1pPr>
              <a:defRPr sz="1700" b="0" i="0">
                <a:solidFill>
                  <a:schemeClr val="tx1"/>
                </a:solidFill>
              </a:defRPr>
            </a:lvl1pPr>
            <a:lvl2pPr>
              <a:defRPr b="0" i="0">
                <a:solidFill>
                  <a:schemeClr val="tx1"/>
                </a:solidFill>
              </a:defRPr>
            </a:lvl2pPr>
            <a:lvl3pPr>
              <a:defRPr sz="1700" b="0" i="0">
                <a:solidFill>
                  <a:schemeClr val="tx1"/>
                </a:solidFill>
              </a:defRPr>
            </a:lvl3pPr>
            <a:lvl4pPr>
              <a:defRPr sz="1700" b="0" i="0">
                <a:solidFill>
                  <a:schemeClr val="tx1"/>
                </a:solidFill>
              </a:defRPr>
            </a:lvl4pPr>
            <a:lvl5pPr>
              <a:defRPr b="0" i="0">
                <a:solidFill>
                  <a:schemeClr val="tx1"/>
                </a:solidFill>
                <a:latin typeface="Apto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55E7B62-A971-BB45-9454-2CC74BE000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36178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3"/>
          <p:cNvSpPr>
            <a:spLocks noGrp="1"/>
          </p:cNvSpPr>
          <p:nvPr>
            <p:ph type="pic" sz="quarter" idx="13" hasCustomPrompt="1"/>
          </p:nvPr>
        </p:nvSpPr>
        <p:spPr>
          <a:xfrm>
            <a:off x="155575" y="355070"/>
            <a:ext cx="11880850" cy="6502929"/>
          </a:xfrm>
          <a:noFill/>
        </p:spPr>
        <p:txBody>
          <a:bodyPr tIns="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 baseline="0"/>
            </a:lvl1pPr>
          </a:lstStyle>
          <a:p>
            <a:r>
              <a:rPr lang="en-US"/>
              <a:t>Drag picture to placeholder or select placeholder and click Insert &gt; Photo</a:t>
            </a:r>
          </a:p>
        </p:txBody>
      </p:sp>
      <p:sp>
        <p:nvSpPr>
          <p:cNvPr id="17" name="Text Placeholder 11"/>
          <p:cNvSpPr>
            <a:spLocks noGrp="1"/>
          </p:cNvSpPr>
          <p:nvPr>
            <p:ph type="body" sz="quarter" idx="14" hasCustomPrompt="1"/>
          </p:nvPr>
        </p:nvSpPr>
        <p:spPr>
          <a:xfrm>
            <a:off x="6096000" y="1449389"/>
            <a:ext cx="5940425" cy="4319586"/>
          </a:xfrm>
          <a:solidFill>
            <a:schemeClr val="bg1"/>
          </a:solidFill>
        </p:spPr>
        <p:txBody>
          <a:bodyPr lIns="180000" tIns="180000" rIns="180000" bIns="180000"/>
          <a:lstStyle>
            <a:lvl1pPr marL="0" indent="0">
              <a:buFont typeface="Lucida Grande"/>
              <a:buNone/>
              <a:defRPr sz="3000" b="0" i="0">
                <a:latin typeface="Aptos" pitchFamily="2" charset="0"/>
                <a:ea typeface="Aptos" charset="0"/>
                <a:cs typeface="Aptos" charset="0"/>
              </a:defRPr>
            </a:lvl1pPr>
            <a:lvl2pPr marL="239994" indent="-239994">
              <a:buFont typeface="Lucida Grande"/>
              <a:buChar char="-"/>
              <a:defRPr sz="2000" b="0" i="0">
                <a:latin typeface="Aptos" pitchFamily="2" charset="0"/>
                <a:ea typeface="Aptos" charset="0"/>
                <a:cs typeface="Aptos" charset="0"/>
              </a:defRPr>
            </a:lvl2pPr>
            <a:lvl3pPr marL="239994" indent="-239994">
              <a:buFont typeface="Lucida Grande"/>
              <a:buChar char="-"/>
              <a:defRPr sz="2000" b="0" i="0">
                <a:latin typeface="Aptos" pitchFamily="2" charset="0"/>
                <a:ea typeface="Aptos" charset="0"/>
                <a:cs typeface="Aptos" charset="0"/>
              </a:defRPr>
            </a:lvl3pPr>
            <a:lvl4pPr marL="239994" indent="-239994">
              <a:buFont typeface="Lucida Grande"/>
              <a:buChar char="-"/>
              <a:defRPr sz="2000" b="0" i="0">
                <a:latin typeface="Aptos" pitchFamily="2" charset="0"/>
                <a:ea typeface="Aptos" charset="0"/>
                <a:cs typeface="Aptos" charset="0"/>
              </a:defRPr>
            </a:lvl4pPr>
            <a:lvl5pPr marL="239994" indent="-239994">
              <a:buFont typeface="Lucida Grande"/>
              <a:buChar char="-"/>
              <a:defRPr sz="2000" b="0" i="0" baseline="0">
                <a:latin typeface="Aptos" pitchFamily="2" charset="0"/>
                <a:ea typeface="Aptos" charset="0"/>
                <a:cs typeface="Aptos" charset="0"/>
              </a:defRPr>
            </a:lvl5pPr>
            <a:lvl6pPr marL="239994" indent="-239994">
              <a:buFont typeface="Lucida Grande"/>
              <a:buChar char="-"/>
              <a:defRPr sz="2000">
                <a:latin typeface="+mn-lt"/>
              </a:defRPr>
            </a:lvl6pPr>
            <a:lvl7pPr marL="239994" indent="-239994">
              <a:buFont typeface="Lucida Grande"/>
              <a:buChar char="-"/>
              <a:defRPr sz="2000">
                <a:latin typeface="+mn-lt"/>
              </a:defRPr>
            </a:lvl7pPr>
            <a:lvl8pPr marL="239994" indent="-239994">
              <a:buFont typeface="Lucida Grande"/>
              <a:buChar char="-"/>
              <a:defRPr sz="2000">
                <a:latin typeface="+mn-lt"/>
              </a:defRPr>
            </a:lvl8pPr>
            <a:lvl9pPr marL="239994" indent="-239994">
              <a:buFont typeface="Lucida Grande"/>
              <a:buChar char="-"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89240A5D-4018-8546-BE0E-A8B8327E6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35425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right-text-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3"/>
          <p:cNvSpPr>
            <a:spLocks noGrp="1"/>
          </p:cNvSpPr>
          <p:nvPr>
            <p:ph type="pic" sz="quarter" idx="13" hasCustomPrompt="1"/>
          </p:nvPr>
        </p:nvSpPr>
        <p:spPr>
          <a:xfrm>
            <a:off x="155575" y="355070"/>
            <a:ext cx="11890374" cy="6502929"/>
          </a:xfrm>
          <a:noFill/>
        </p:spPr>
        <p:txBody>
          <a:bodyPr tIns="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 baseline="0"/>
            </a:lvl1pPr>
          </a:lstStyle>
          <a:p>
            <a:r>
              <a:rPr lang="en-US"/>
              <a:t>Drag picture to placeholder or select placeholder and click Insert &gt; Photo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59068341-57BF-1F4A-8EEF-332D3E859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Text Placeholder 11">
            <a:extLst>
              <a:ext uri="{FF2B5EF4-FFF2-40B4-BE49-F238E27FC236}">
                <a16:creationId xmlns:a16="http://schemas.microsoft.com/office/drawing/2014/main" id="{EEE3E19B-F88C-1B43-8A8B-22D402D179A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55575" y="1449389"/>
            <a:ext cx="5940425" cy="4319586"/>
          </a:xfrm>
          <a:solidFill>
            <a:schemeClr val="bg1"/>
          </a:solidFill>
        </p:spPr>
        <p:txBody>
          <a:bodyPr lIns="180000" tIns="180000" rIns="180000" bIns="180000"/>
          <a:lstStyle>
            <a:lvl1pPr marL="0" indent="0">
              <a:buFont typeface="Lucida Grande"/>
              <a:buNone/>
              <a:defRPr sz="3000" b="0" i="0">
                <a:latin typeface="Aptos" pitchFamily="2" charset="0"/>
                <a:ea typeface="Aptos" charset="0"/>
                <a:cs typeface="Aptos" charset="0"/>
              </a:defRPr>
            </a:lvl1pPr>
            <a:lvl2pPr marL="239994" indent="-239994">
              <a:buFont typeface="Lucida Grande"/>
              <a:buChar char="-"/>
              <a:defRPr sz="2000" b="0" i="0">
                <a:latin typeface="Aptos" pitchFamily="2" charset="0"/>
                <a:ea typeface="Aptos" charset="0"/>
                <a:cs typeface="Aptos" charset="0"/>
              </a:defRPr>
            </a:lvl2pPr>
            <a:lvl3pPr marL="239994" indent="-239994">
              <a:buFont typeface="Lucida Grande"/>
              <a:buChar char="-"/>
              <a:defRPr sz="2000" b="0" i="0">
                <a:latin typeface="Aptos" pitchFamily="2" charset="0"/>
                <a:ea typeface="Aptos" charset="0"/>
                <a:cs typeface="Aptos" charset="0"/>
              </a:defRPr>
            </a:lvl3pPr>
            <a:lvl4pPr marL="239994" indent="-239994">
              <a:buFont typeface="Lucida Grande"/>
              <a:buChar char="-"/>
              <a:defRPr sz="2000" b="0" i="0">
                <a:latin typeface="Aptos" pitchFamily="2" charset="0"/>
                <a:ea typeface="Aptos" charset="0"/>
                <a:cs typeface="Aptos" charset="0"/>
              </a:defRPr>
            </a:lvl4pPr>
            <a:lvl5pPr marL="239994" indent="-239994">
              <a:buFont typeface="Lucida Grande"/>
              <a:buChar char="-"/>
              <a:defRPr sz="2000" b="0" i="0" baseline="0">
                <a:latin typeface="Aptos" pitchFamily="2" charset="0"/>
                <a:ea typeface="Aptos" charset="0"/>
                <a:cs typeface="Aptos" charset="0"/>
              </a:defRPr>
            </a:lvl5pPr>
            <a:lvl6pPr marL="239994" indent="-239994">
              <a:buFont typeface="Lucida Grande"/>
              <a:buChar char="-"/>
              <a:defRPr sz="2000">
                <a:latin typeface="+mn-lt"/>
              </a:defRPr>
            </a:lvl6pPr>
            <a:lvl7pPr marL="239994" indent="-239994">
              <a:buFont typeface="Lucida Grande"/>
              <a:buChar char="-"/>
              <a:defRPr sz="2000">
                <a:latin typeface="+mn-lt"/>
              </a:defRPr>
            </a:lvl7pPr>
            <a:lvl8pPr marL="239994" indent="-239994">
              <a:buFont typeface="Lucida Grande"/>
              <a:buChar char="-"/>
              <a:defRPr sz="2000">
                <a:latin typeface="+mn-lt"/>
              </a:defRPr>
            </a:lvl8pPr>
            <a:lvl9pPr marL="239994" indent="-239994">
              <a:buFont typeface="Lucida Grande"/>
              <a:buChar char="-"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0726482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full-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12192000" cy="6857999"/>
          </a:xfrm>
          <a:noFill/>
        </p:spPr>
        <p:txBody>
          <a:bodyPr tIns="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 baseline="0"/>
            </a:lvl1pPr>
          </a:lstStyle>
          <a:p>
            <a:endParaRPr lang="en-US"/>
          </a:p>
          <a:p>
            <a:endParaRPr lang="en-US"/>
          </a:p>
          <a:p>
            <a:r>
              <a:rPr lang="en-US"/>
              <a:t>Drag picture to placeholder or select placeholder and click Insert &gt; Photo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3201426E-30DE-9342-B87A-CEC007577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68398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right-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12192000" cy="6857999"/>
          </a:xfrm>
          <a:noFill/>
        </p:spPr>
        <p:txBody>
          <a:bodyPr tIns="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 baseline="0"/>
            </a:lvl1pPr>
          </a:lstStyle>
          <a:p>
            <a:endParaRPr lang="en-US"/>
          </a:p>
          <a:p>
            <a:endParaRPr lang="en-US"/>
          </a:p>
          <a:p>
            <a:r>
              <a:rPr lang="en-US"/>
              <a:t>Drag picture to placeholder or select placeholder and click Insert &gt; Photo</a:t>
            </a:r>
          </a:p>
        </p:txBody>
      </p:sp>
      <p:sp>
        <p:nvSpPr>
          <p:cNvPr id="8" name="Text Placeholder 11"/>
          <p:cNvSpPr>
            <a:spLocks noGrp="1"/>
          </p:cNvSpPr>
          <p:nvPr>
            <p:ph type="body" sz="quarter" idx="14"/>
          </p:nvPr>
        </p:nvSpPr>
        <p:spPr>
          <a:xfrm>
            <a:off x="155575" y="1449388"/>
            <a:ext cx="11880850" cy="2521721"/>
          </a:xfrm>
          <a:solidFill>
            <a:schemeClr val="bg1"/>
          </a:solidFill>
        </p:spPr>
        <p:txBody>
          <a:bodyPr lIns="108000" tIns="54000" rIns="108000" bIns="108000"/>
          <a:lstStyle>
            <a:lvl1pPr marL="0" indent="0" algn="ctr">
              <a:buFont typeface="Lucida Grande"/>
              <a:buNone/>
              <a:defRPr sz="3000" b="0" i="0">
                <a:solidFill>
                  <a:schemeClr val="tx1"/>
                </a:solidFill>
                <a:effectLst/>
                <a:latin typeface="Aptos" pitchFamily="2" charset="0"/>
                <a:ea typeface="Aptos" charset="0"/>
                <a:cs typeface="Aptos" charset="0"/>
              </a:defRPr>
            </a:lvl1pPr>
            <a:lvl2pPr marL="0" indent="0" algn="ctr">
              <a:buFont typeface="Lucida Grande"/>
              <a:buNone/>
              <a:defRPr sz="3000" b="0" i="0">
                <a:solidFill>
                  <a:schemeClr val="tx1"/>
                </a:solidFill>
                <a:effectLst/>
                <a:latin typeface="Aptos" pitchFamily="2" charset="0"/>
                <a:ea typeface="Aptos" charset="0"/>
                <a:cs typeface="Aptos" charset="0"/>
              </a:defRPr>
            </a:lvl2pPr>
            <a:lvl3pPr marL="0" indent="0" algn="ctr">
              <a:buFont typeface="Lucida Grande"/>
              <a:buNone/>
              <a:defRPr sz="3000" b="0" i="0">
                <a:solidFill>
                  <a:schemeClr val="tx1"/>
                </a:solidFill>
                <a:effectLst/>
                <a:latin typeface="Aptos" pitchFamily="2" charset="0"/>
                <a:ea typeface="Aptos" charset="0"/>
                <a:cs typeface="Aptos" charset="0"/>
              </a:defRPr>
            </a:lvl3pPr>
            <a:lvl4pPr marL="0" indent="0" algn="ctr">
              <a:buFont typeface="Lucida Grande"/>
              <a:buNone/>
              <a:defRPr sz="3000" b="0" i="0">
                <a:solidFill>
                  <a:schemeClr val="tx1"/>
                </a:solidFill>
                <a:effectLst/>
                <a:latin typeface="Aptos" pitchFamily="2" charset="0"/>
                <a:ea typeface="Aptos" charset="0"/>
                <a:cs typeface="Aptos" charset="0"/>
              </a:defRPr>
            </a:lvl4pPr>
            <a:lvl5pPr marL="0" indent="0" algn="ctr">
              <a:buFont typeface="Lucida Grande"/>
              <a:buNone/>
              <a:defRPr sz="3000" b="0" i="0" baseline="0">
                <a:solidFill>
                  <a:schemeClr val="tx1"/>
                </a:solidFill>
                <a:effectLst/>
                <a:latin typeface="Aptos" pitchFamily="2" charset="0"/>
                <a:ea typeface="Aptos" charset="0"/>
                <a:cs typeface="Aptos" charset="0"/>
              </a:defRPr>
            </a:lvl5pPr>
            <a:lvl6pPr marL="239994" indent="-239994">
              <a:buFont typeface="Lucida Grande"/>
              <a:buChar char="-"/>
              <a:defRPr sz="2000">
                <a:latin typeface="+mn-lt"/>
              </a:defRPr>
            </a:lvl6pPr>
            <a:lvl7pPr marL="239994" indent="-239994">
              <a:buFont typeface="Lucida Grande"/>
              <a:buChar char="-"/>
              <a:defRPr sz="2000">
                <a:latin typeface="+mn-lt"/>
              </a:defRPr>
            </a:lvl7pPr>
            <a:lvl8pPr marL="239994" indent="-239994">
              <a:buFont typeface="Lucida Grande"/>
              <a:buChar char="-"/>
              <a:defRPr sz="2000">
                <a:latin typeface="+mn-lt"/>
              </a:defRPr>
            </a:lvl8pPr>
            <a:lvl9pPr marL="239994" indent="-239994">
              <a:buFont typeface="Lucida Grande"/>
              <a:buChar char="-"/>
              <a:defRPr sz="2000">
                <a:latin typeface="+mn-lt"/>
              </a:defRPr>
            </a:lvl9pPr>
          </a:lstStyle>
          <a:p>
            <a:pPr lvl="0"/>
            <a:endParaRPr lang="en-US"/>
          </a:p>
          <a:p>
            <a:pPr lvl="0"/>
            <a:endParaRPr lang="en-US"/>
          </a:p>
          <a:p>
            <a:pPr lvl="0"/>
            <a:r>
              <a:rPr lang="en-US"/>
              <a:t>Edit Master text styles</a:t>
            </a:r>
          </a:p>
          <a:p>
            <a:pPr lvl="1"/>
            <a:endParaRPr lang="en-US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B1A2B582-51B1-0C42-BCB5-9E3965267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0F07E98-D143-8978-7D7F-6B6F32D6797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55574" y="5233566"/>
            <a:ext cx="1111523" cy="1114982"/>
          </a:xfrm>
          <a:prstGeom prst="ellipse">
            <a:avLst/>
          </a:prstGeom>
        </p:spPr>
        <p:txBody>
          <a:bodyPr/>
          <a:lstStyle/>
          <a:p>
            <a:endParaRPr lang="en-CN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E7EA174F-108A-4E62-3DEF-325C3F7DEE2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422671" y="5233566"/>
            <a:ext cx="1111523" cy="1114982"/>
          </a:xfrm>
          <a:prstGeom prst="ellipse">
            <a:avLst/>
          </a:prstGeom>
        </p:spPr>
        <p:txBody>
          <a:bodyPr/>
          <a:lstStyle/>
          <a:p>
            <a:endParaRPr lang="en-CN"/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833C3EE2-D99E-D1BE-877E-C479AE3DBA5D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0924902" y="5233566"/>
            <a:ext cx="1111523" cy="1114982"/>
          </a:xfrm>
          <a:prstGeom prst="ellipse">
            <a:avLst/>
          </a:prstGeom>
        </p:spPr>
        <p:txBody>
          <a:bodyPr/>
          <a:lstStyle/>
          <a:p>
            <a:endParaRPr lang="en-CN"/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08A9535F-DBBF-66A5-35B9-6A5F09B19992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9657805" y="5233566"/>
            <a:ext cx="1111523" cy="1114982"/>
          </a:xfrm>
          <a:prstGeom prst="ellipse">
            <a:avLst/>
          </a:prstGeom>
        </p:spPr>
        <p:txBody>
          <a:bodyPr/>
          <a:lstStyle/>
          <a:p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3071128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2x2-image-top-fu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12192000" cy="6857999"/>
          </a:xfrm>
          <a:noFill/>
        </p:spPr>
        <p:txBody>
          <a:bodyPr tIns="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 baseline="0"/>
            </a:lvl1pPr>
          </a:lstStyle>
          <a:p>
            <a:endParaRPr lang="en-US"/>
          </a:p>
          <a:p>
            <a:endParaRPr lang="en-US"/>
          </a:p>
          <a:p>
            <a:r>
              <a:rPr lang="en-US"/>
              <a:t>Drag picture to placeholder or select placeholder and click Insert &gt; Photo</a:t>
            </a:r>
          </a:p>
        </p:txBody>
      </p:sp>
      <p:sp>
        <p:nvSpPr>
          <p:cNvPr id="10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232448" y="4447309"/>
            <a:ext cx="3639898" cy="692727"/>
          </a:xfrm>
          <a:noFill/>
        </p:spPr>
        <p:txBody>
          <a:bodyPr lIns="108000" tIns="54000" rIns="108000" bIns="108000">
            <a:noAutofit/>
          </a:bodyPr>
          <a:lstStyle>
            <a:lvl1pPr marL="0" indent="0">
              <a:buFont typeface="Lucida Grande"/>
              <a:buNone/>
              <a:defRPr sz="3000" b="0" i="0" baseline="0">
                <a:solidFill>
                  <a:schemeClr val="tx1"/>
                </a:solidFill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2000" b="1">
                <a:solidFill>
                  <a:schemeClr val="bg1"/>
                </a:solidFill>
                <a:latin typeface="Aptos" charset="0"/>
                <a:ea typeface="Aptos" charset="0"/>
                <a:cs typeface="Aptos" charset="0"/>
              </a:defRPr>
            </a:lvl2pPr>
            <a:lvl3pPr marL="239994" indent="-239994">
              <a:buFont typeface="Lucida Grande"/>
              <a:buChar char="-"/>
              <a:defRPr sz="2000">
                <a:latin typeface="+mn-lt"/>
              </a:defRPr>
            </a:lvl3pPr>
            <a:lvl4pPr marL="239994" indent="-239994">
              <a:buFont typeface="Lucida Grande"/>
              <a:buChar char="-"/>
              <a:defRPr sz="2000">
                <a:latin typeface="+mn-lt"/>
              </a:defRPr>
            </a:lvl4pPr>
            <a:lvl5pPr marL="239994" indent="-239994">
              <a:buFont typeface="Lucida Grande"/>
              <a:buChar char="-"/>
              <a:defRPr sz="2000" baseline="0">
                <a:latin typeface="+mn-lt"/>
              </a:defRPr>
            </a:lvl5pPr>
            <a:lvl6pPr marL="239994" indent="-239994">
              <a:buFont typeface="Lucida Grande"/>
              <a:buChar char="-"/>
              <a:defRPr sz="2000">
                <a:latin typeface="+mn-lt"/>
              </a:defRPr>
            </a:lvl6pPr>
            <a:lvl7pPr marL="239994" indent="-239994">
              <a:buFont typeface="Lucida Grande"/>
              <a:buChar char="-"/>
              <a:defRPr sz="2000">
                <a:latin typeface="+mn-lt"/>
              </a:defRPr>
            </a:lvl7pPr>
            <a:lvl8pPr marL="239994" indent="-239994">
              <a:buFont typeface="Lucida Grande"/>
              <a:buChar char="-"/>
              <a:defRPr sz="2000">
                <a:latin typeface="+mn-lt"/>
              </a:defRPr>
            </a:lvl8pPr>
            <a:lvl9pPr marL="239994" indent="-239994">
              <a:buFont typeface="Lucida Grande"/>
              <a:buChar char="-"/>
              <a:defRPr sz="2000">
                <a:latin typeface="+mn-lt"/>
              </a:defRPr>
            </a:lvl9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1" name="Text Placeholder 11"/>
          <p:cNvSpPr>
            <a:spLocks noGrp="1"/>
          </p:cNvSpPr>
          <p:nvPr>
            <p:ph type="body" sz="quarter" idx="14"/>
          </p:nvPr>
        </p:nvSpPr>
        <p:spPr>
          <a:xfrm>
            <a:off x="225520" y="5213492"/>
            <a:ext cx="3639898" cy="1311999"/>
          </a:xfrm>
          <a:noFill/>
        </p:spPr>
        <p:txBody>
          <a:bodyPr lIns="108000" tIns="54000" rIns="108000" bIns="108000">
            <a:normAutofit/>
          </a:bodyPr>
          <a:lstStyle>
            <a:lvl1pPr marL="0" indent="0">
              <a:buFont typeface="Lucida Grande"/>
              <a:buNone/>
              <a:defRPr sz="1500" b="0" i="0">
                <a:solidFill>
                  <a:schemeClr val="tx1"/>
                </a:solidFill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500" b="0" i="0">
                <a:solidFill>
                  <a:schemeClr val="tx1"/>
                </a:solidFill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239994" indent="-239994">
              <a:buFont typeface="Lucida Grande"/>
              <a:buChar char="-"/>
              <a:defRPr sz="2000">
                <a:latin typeface="+mn-lt"/>
              </a:defRPr>
            </a:lvl3pPr>
            <a:lvl4pPr marL="239994" indent="-239994">
              <a:buFont typeface="Lucida Grande"/>
              <a:buChar char="-"/>
              <a:defRPr sz="2000">
                <a:latin typeface="+mn-lt"/>
              </a:defRPr>
            </a:lvl4pPr>
            <a:lvl5pPr marL="239994" indent="-239994">
              <a:buFont typeface="Lucida Grande"/>
              <a:buChar char="-"/>
              <a:defRPr sz="2000" baseline="0">
                <a:latin typeface="+mn-lt"/>
              </a:defRPr>
            </a:lvl5pPr>
            <a:lvl6pPr marL="239994" indent="-239994">
              <a:buFont typeface="Lucida Grande"/>
              <a:buChar char="-"/>
              <a:defRPr sz="2000">
                <a:latin typeface="+mn-lt"/>
              </a:defRPr>
            </a:lvl6pPr>
            <a:lvl7pPr marL="239994" indent="-239994">
              <a:buFont typeface="Lucida Grande"/>
              <a:buChar char="-"/>
              <a:defRPr sz="2000">
                <a:latin typeface="+mn-lt"/>
              </a:defRPr>
            </a:lvl7pPr>
            <a:lvl8pPr marL="239994" indent="-239994">
              <a:buFont typeface="Lucida Grande"/>
              <a:buChar char="-"/>
              <a:defRPr sz="2000">
                <a:latin typeface="+mn-lt"/>
              </a:defRPr>
            </a:lvl8pPr>
            <a:lvl9pPr marL="239994" indent="-239994">
              <a:buFont typeface="Lucida Grande"/>
              <a:buChar char="-"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B1AB595B-4205-4D47-B59F-0A55C51C9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95822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full-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18839" y="367626"/>
            <a:ext cx="12173161" cy="6490373"/>
          </a:xfrm>
          <a:noFill/>
        </p:spPr>
        <p:txBody>
          <a:bodyPr tIns="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 baseline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94BA183-6E9C-1145-BB0F-A693386291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567237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2x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5" hasCustomPrompt="1"/>
          </p:nvPr>
        </p:nvSpPr>
        <p:spPr>
          <a:xfrm>
            <a:off x="164131" y="1990164"/>
            <a:ext cx="3600000" cy="4498549"/>
          </a:xfrm>
        </p:spPr>
        <p:txBody>
          <a:bodyPr/>
          <a:lstStyle>
            <a:lvl1pPr marL="0" indent="0">
              <a:buNone/>
              <a:defRPr sz="2000" b="0" i="0" u="none" baseline="0">
                <a:latin typeface="Aptos" panose="02000503000000020004" pitchFamily="2" charset="0"/>
                <a:ea typeface="Aptos" panose="02000503000000020004" pitchFamily="2" charset="0"/>
                <a:cs typeface="Big Caslon Medium" charset="0"/>
              </a:defRPr>
            </a:lvl1pPr>
            <a:lvl2pPr marL="383990" indent="0">
              <a:buNone/>
              <a:defRPr/>
            </a:lvl2pPr>
            <a:lvl3pPr marL="0" indent="0">
              <a:buNone/>
              <a:defRPr/>
            </a:lvl3pPr>
            <a:lvl4pPr marL="38399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Edit Master text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17" hasCustomPrompt="1"/>
          </p:nvPr>
        </p:nvSpPr>
        <p:spPr>
          <a:xfrm>
            <a:off x="17592326" y="1326475"/>
            <a:ext cx="2974745" cy="4875725"/>
          </a:xfrm>
        </p:spPr>
        <p:txBody>
          <a:bodyPr/>
          <a:lstStyle>
            <a:lvl1pPr marL="0" indent="0">
              <a:buNone/>
              <a:defRPr b="0" i="0" baseline="0"/>
            </a:lvl1pPr>
            <a:lvl2pPr marL="383990" indent="0">
              <a:buNone/>
              <a:defRPr/>
            </a:lvl2pPr>
            <a:lvl3pPr marL="0" indent="0">
              <a:buNone/>
              <a:defRPr/>
            </a:lvl3pPr>
            <a:lvl4pPr marL="38399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GB"/>
              <a:t>Click to add text </a:t>
            </a:r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71BEF3A9-4724-3143-BA1C-415A6A7FF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77EB51D5-FD6B-5D4D-8804-6CE4CC842B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66096" cy="1081088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4DC35BAE-6E34-FA41-B65D-E641E7EE17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296000" y="1990164"/>
            <a:ext cx="3600000" cy="4498550"/>
          </a:xfrm>
        </p:spPr>
        <p:txBody>
          <a:bodyPr/>
          <a:lstStyle>
            <a:lvl1pPr marL="0" indent="0">
              <a:buNone/>
              <a:defRPr sz="2000" b="0" i="0" u="none" baseline="0">
                <a:latin typeface="Aptos" panose="02000503000000020004" pitchFamily="2" charset="0"/>
                <a:ea typeface="Aptos" panose="02000503000000020004" pitchFamily="2" charset="0"/>
                <a:cs typeface="Big Caslon Medium" charset="0"/>
              </a:defRPr>
            </a:lvl1pPr>
            <a:lvl2pPr marL="383990" indent="0">
              <a:buNone/>
              <a:defRPr/>
            </a:lvl2pPr>
            <a:lvl3pPr marL="0" indent="0">
              <a:buNone/>
              <a:defRPr/>
            </a:lvl3pPr>
            <a:lvl4pPr marL="38399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Edit Master text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C6BE376-01CC-F64A-BB5F-6746BF0A363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427869" y="1990164"/>
            <a:ext cx="3600000" cy="4498550"/>
          </a:xfrm>
        </p:spPr>
        <p:txBody>
          <a:bodyPr/>
          <a:lstStyle>
            <a:lvl1pPr marL="0" indent="0">
              <a:buNone/>
              <a:defRPr sz="2000" b="0" i="0" u="none" baseline="0">
                <a:latin typeface="Aptos" panose="02000503000000020004" pitchFamily="2" charset="0"/>
                <a:ea typeface="Aptos" panose="02000503000000020004" pitchFamily="2" charset="0"/>
                <a:cs typeface="Big Caslon Medium" charset="0"/>
              </a:defRPr>
            </a:lvl1pPr>
            <a:lvl2pPr marL="383990" indent="0">
              <a:buNone/>
              <a:defRPr/>
            </a:lvl2pPr>
            <a:lvl3pPr marL="0" indent="0">
              <a:buNone/>
              <a:defRPr/>
            </a:lvl3pPr>
            <a:lvl4pPr marL="38399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6539572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right-3-body-cente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A00FAD1C-E66D-B546-8159-ECEBF81B635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82158" y="3036175"/>
            <a:ext cx="2624343" cy="3470951"/>
          </a:xfrm>
        </p:spPr>
        <p:txBody>
          <a:bodyPr/>
          <a:lstStyle>
            <a:lvl1pPr marL="0" indent="0">
              <a:buNone/>
              <a:defRPr sz="1700"/>
            </a:lvl1pPr>
            <a:lvl2pPr marL="383990" indent="0">
              <a:buNone/>
              <a:defRPr sz="17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endParaRPr lang="en-US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43C69358-ADD9-3D49-9507-27909C67054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249939" y="3036175"/>
            <a:ext cx="2624343" cy="3470951"/>
          </a:xfrm>
        </p:spPr>
        <p:txBody>
          <a:bodyPr/>
          <a:lstStyle>
            <a:lvl1pPr marL="0" indent="0">
              <a:buNone/>
              <a:defRPr sz="1700"/>
            </a:lvl1pPr>
            <a:lvl2pPr marL="383990" indent="0">
              <a:buNone/>
              <a:defRPr sz="17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endParaRPr lang="en-US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E8E21574-B09D-C449-93A2-75E99909EC6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7720" y="3036175"/>
            <a:ext cx="2624343" cy="3470951"/>
          </a:xfrm>
        </p:spPr>
        <p:txBody>
          <a:bodyPr/>
          <a:lstStyle>
            <a:lvl1pPr marL="0" indent="0">
              <a:buNone/>
              <a:defRPr sz="1700"/>
            </a:lvl1pPr>
            <a:lvl2pPr marL="383990" indent="0">
              <a:buNone/>
              <a:defRPr sz="17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7510038-8434-4F41-A5FF-BDC4ADE55AC9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9385704" y="3036563"/>
            <a:ext cx="2624138" cy="3470563"/>
          </a:xfrm>
        </p:spPr>
        <p:txBody>
          <a:bodyPr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 sz="1700"/>
            </a:lvl1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/>
            </a:pPr>
            <a:r>
              <a:rPr lang="en-US"/>
              <a:t>Click to edit Master text styles</a:t>
            </a:r>
          </a:p>
          <a:p>
            <a:endParaRPr lang="en-US"/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E40826FC-BD4E-FC41-8169-06CB3AB991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F0F74CD-AEBD-774D-89CA-6CADE955F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66096" cy="2160588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4085896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-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8"/>
          </p:nvPr>
        </p:nvSpPr>
        <p:spPr>
          <a:xfrm>
            <a:off x="155572" y="3608388"/>
            <a:ext cx="5760000" cy="1079501"/>
          </a:xfrm>
        </p:spPr>
        <p:txBody>
          <a:bodyPr/>
          <a:lstStyle>
            <a:lvl1pPr marL="0" indent="0">
              <a:buNone/>
              <a:defRPr sz="1500" b="0" i="0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Text Placeholder 3"/>
          <p:cNvSpPr>
            <a:spLocks noGrp="1"/>
          </p:cNvSpPr>
          <p:nvPr>
            <p:ph type="body" sz="quarter" idx="19"/>
          </p:nvPr>
        </p:nvSpPr>
        <p:spPr>
          <a:xfrm>
            <a:off x="177573" y="1449389"/>
            <a:ext cx="5760000" cy="1079500"/>
          </a:xfrm>
        </p:spPr>
        <p:txBody>
          <a:bodyPr/>
          <a:lstStyle>
            <a:lvl1pPr marL="0" indent="0">
              <a:buNone/>
              <a:defRPr sz="3000" b="0" i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  <a:lvl2pPr marL="383990" indent="0">
              <a:buNone/>
              <a:defRPr sz="2800" b="1"/>
            </a:lvl2pPr>
            <a:lvl3pPr marL="0" indent="0">
              <a:buNone/>
              <a:defRPr sz="2800" b="1"/>
            </a:lvl3pPr>
            <a:lvl4pPr marL="383990" indent="0">
              <a:buNone/>
              <a:defRPr sz="2800" b="1"/>
            </a:lvl4pPr>
            <a:lvl5pPr marL="0" indent="0">
              <a:buNone/>
              <a:defRPr sz="2800" b="1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20" hasCustomPrompt="1"/>
          </p:nvPr>
        </p:nvSpPr>
        <p:spPr>
          <a:xfrm>
            <a:off x="155573" y="5244353"/>
            <a:ext cx="5760000" cy="1245348"/>
          </a:xfrm>
        </p:spPr>
        <p:txBody>
          <a:bodyPr/>
          <a:lstStyle>
            <a:lvl5pPr marL="0" indent="0">
              <a:buNone/>
              <a:defRPr sz="1500" b="0" i="0">
                <a:latin typeface="Aptos" panose="02000503000000020004" pitchFamily="2" charset="0"/>
              </a:defRPr>
            </a:lvl5pPr>
          </a:lstStyle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CF770BCF-3ACB-BC4D-8958-C62E9DC10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04909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3x2-text-top-4-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8"/>
          </p:nvPr>
        </p:nvSpPr>
        <p:spPr>
          <a:xfrm>
            <a:off x="155574" y="2539088"/>
            <a:ext cx="5760000" cy="1080000"/>
          </a:xfrm>
        </p:spPr>
        <p:txBody>
          <a:bodyPr/>
          <a:lstStyle>
            <a:lvl1pPr marL="0" indent="0">
              <a:buNone/>
              <a:defRPr sz="17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3"/>
          <p:cNvSpPr>
            <a:spLocks noGrp="1"/>
          </p:cNvSpPr>
          <p:nvPr>
            <p:ph type="body" sz="quarter" idx="19"/>
          </p:nvPr>
        </p:nvSpPr>
        <p:spPr>
          <a:xfrm>
            <a:off x="155575" y="969462"/>
            <a:ext cx="5760000" cy="1080000"/>
          </a:xfrm>
        </p:spPr>
        <p:txBody>
          <a:bodyPr/>
          <a:lstStyle>
            <a:lvl1pPr marL="0" indent="0">
              <a:buNone/>
              <a:defRPr sz="3000" b="0"/>
            </a:lvl1pPr>
            <a:lvl2pPr marL="383990" indent="0">
              <a:buNone/>
              <a:defRPr sz="2800" b="1"/>
            </a:lvl2pPr>
            <a:lvl3pPr marL="0" indent="0">
              <a:buNone/>
              <a:defRPr sz="2800" b="1"/>
            </a:lvl3pPr>
            <a:lvl4pPr marL="383990" indent="0">
              <a:buNone/>
              <a:defRPr sz="2800" b="1"/>
            </a:lvl4pPr>
            <a:lvl5pPr marL="0" indent="0">
              <a:buNone/>
              <a:defRPr sz="2800" b="1"/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20" hasCustomPrompt="1"/>
          </p:nvPr>
        </p:nvSpPr>
        <p:spPr>
          <a:xfrm>
            <a:off x="6096000" y="969461"/>
            <a:ext cx="2880000" cy="5537661"/>
          </a:xfrm>
        </p:spPr>
        <p:txBody>
          <a:bodyPr/>
          <a:lstStyle>
            <a:lvl5pPr marL="0" indent="0">
              <a:buNone/>
              <a:defRPr b="0" i="0">
                <a:latin typeface="Aptos" panose="02000503000000020004" pitchFamily="2" charset="0"/>
              </a:defRPr>
            </a:lvl5pPr>
          </a:lstStyle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867FD2FB-970F-5E40-8E3F-69388BB1064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56425" y="970322"/>
            <a:ext cx="2880000" cy="5536800"/>
          </a:xfrm>
        </p:spPr>
        <p:txBody>
          <a:bodyPr/>
          <a:lstStyle>
            <a:lvl5pPr marL="0" indent="0">
              <a:buNone/>
              <a:defRPr b="0" i="0">
                <a:latin typeface="Aptos" panose="02000503000000020004" pitchFamily="2" charset="0"/>
              </a:defRPr>
            </a:lvl5pPr>
          </a:lstStyle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BF180C03-5D52-2240-95AD-0550F61AE5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2791A2E4-2185-7749-B604-F59CE16ED4EC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3215574" y="3807122"/>
            <a:ext cx="2700000" cy="2700000"/>
          </a:xfrm>
        </p:spPr>
        <p:txBody>
          <a:bodyPr tIns="0" anchor="b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5401A106-1D57-114E-8E64-A23E205D198F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155575" y="3807122"/>
            <a:ext cx="2700000" cy="2700000"/>
          </a:xfrm>
        </p:spPr>
        <p:txBody>
          <a:bodyPr tIns="0" anchor="b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17234360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bottom-2-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7200000" cy="6858000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/>
            </a:lvl1pPr>
          </a:lstStyle>
          <a:p>
            <a:endParaRPr lang="en-US"/>
          </a:p>
          <a:p>
            <a:endParaRPr lang="en-US"/>
          </a:p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5" hasCustomPrompt="1"/>
          </p:nvPr>
        </p:nvSpPr>
        <p:spPr>
          <a:xfrm>
            <a:off x="8075613" y="1449388"/>
            <a:ext cx="3960811" cy="703217"/>
          </a:xfrm>
        </p:spPr>
        <p:txBody>
          <a:bodyPr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 sz="3000" b="0" baseline="0"/>
            </a:lvl1pPr>
            <a:lvl2pPr marL="383990" indent="0">
              <a:buNone/>
              <a:defRPr/>
            </a:lvl2pPr>
            <a:lvl3pPr marL="0" indent="0">
              <a:buNone/>
              <a:defRPr/>
            </a:lvl3pPr>
            <a:lvl4pPr marL="38399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Click to add text </a:t>
            </a:r>
          </a:p>
          <a:p>
            <a:pPr lvl="0"/>
            <a:endParaRPr lang="en-US"/>
          </a:p>
          <a:p>
            <a:pPr lvl="0"/>
            <a:endParaRPr lang="en-US"/>
          </a:p>
        </p:txBody>
      </p:sp>
      <p:sp>
        <p:nvSpPr>
          <p:cNvPr id="7" name="Text Placeholder 3"/>
          <p:cNvSpPr>
            <a:spLocks noGrp="1"/>
          </p:cNvSpPr>
          <p:nvPr>
            <p:ph type="body" sz="quarter" idx="16" hasCustomPrompt="1"/>
          </p:nvPr>
        </p:nvSpPr>
        <p:spPr>
          <a:xfrm>
            <a:off x="8075613" y="2528888"/>
            <a:ext cx="3960810" cy="3979817"/>
          </a:xfrm>
        </p:spPr>
        <p:txBody>
          <a:bodyPr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 sz="1700" b="0" baseline="0"/>
            </a:lvl1pPr>
            <a:lvl2pPr marL="383990" indent="0">
              <a:buNone/>
              <a:defRPr/>
            </a:lvl2pPr>
            <a:lvl3pPr marL="0" indent="0">
              <a:buNone/>
              <a:defRPr/>
            </a:lvl3pPr>
            <a:lvl4pPr marL="38399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Click to add text </a:t>
            </a:r>
          </a:p>
          <a:p>
            <a:pPr lvl="0"/>
            <a:endParaRPr lang="en-US"/>
          </a:p>
          <a:p>
            <a:pPr lvl="0"/>
            <a:endParaRPr lang="en-US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FAADD57D-5223-714D-9165-1653BA03C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745374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right-centered-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3"/>
          <p:cNvSpPr>
            <a:spLocks noGrp="1"/>
          </p:cNvSpPr>
          <p:nvPr>
            <p:ph type="pic" sz="quarter" idx="17"/>
          </p:nvPr>
        </p:nvSpPr>
        <p:spPr>
          <a:xfrm>
            <a:off x="7703662" y="1628775"/>
            <a:ext cx="4320000" cy="4861668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13A3FE22-3CC4-3F48-838D-4FA0234C5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23DCD6BE-F15C-D04D-8340-032229F1746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8337" y="1624385"/>
            <a:ext cx="2700000" cy="4861668"/>
          </a:xfrm>
        </p:spPr>
        <p:txBody>
          <a:bodyPr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 sz="1700" b="0" i="0"/>
            </a:lvl1pPr>
            <a:lvl2pPr marL="383990" indent="0">
              <a:buNone/>
              <a:defRPr b="0" i="0"/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3pPr>
            <a:lvl4pPr marL="62398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4pPr>
            <a:lvl5pPr marL="0" indent="0">
              <a:buNone/>
              <a:defRPr b="0" i="0">
                <a:latin typeface="Apto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DCC0B2E-3601-8D4C-A856-B7DA7DAFC1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1088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  <p:sp>
        <p:nvSpPr>
          <p:cNvPr id="9" name="Picture Placeholder 13">
            <a:extLst>
              <a:ext uri="{FF2B5EF4-FFF2-40B4-BE49-F238E27FC236}">
                <a16:creationId xmlns:a16="http://schemas.microsoft.com/office/drawing/2014/main" id="{F8AA27BF-71B0-2443-82CB-6FB11D349AD4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125999" y="1628775"/>
            <a:ext cx="4320000" cy="4861668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5132472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4x3-image-top-7-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D01F40CE-64CE-9B4A-9AE0-3B181E314C29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3121802" y="3634898"/>
            <a:ext cx="2880000" cy="1080000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EBDC23CC-6189-1E4C-9EDF-AFCE64513FA8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3121802" y="4689475"/>
            <a:ext cx="2880000" cy="1800000"/>
          </a:xfrm>
        </p:spPr>
        <p:txBody>
          <a:bodyPr/>
          <a:lstStyle>
            <a:lvl1pPr marL="0" indent="0">
              <a:buNone/>
              <a:defRPr sz="1500"/>
            </a:lvl1pPr>
          </a:lstStyle>
          <a:p>
            <a:endParaRPr lang="en-US" dirty="0"/>
          </a:p>
        </p:txBody>
      </p:sp>
      <p:sp>
        <p:nvSpPr>
          <p:cNvPr id="20" name="Picture Placeholder 13">
            <a:extLst>
              <a:ext uri="{FF2B5EF4-FFF2-40B4-BE49-F238E27FC236}">
                <a16:creationId xmlns:a16="http://schemas.microsoft.com/office/drawing/2014/main" id="{512D4807-295F-0E4E-980C-1CB31AC418E5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126000" y="1624385"/>
            <a:ext cx="2880000" cy="1800000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4" name="Slide Number Placeholder 5">
            <a:extLst>
              <a:ext uri="{FF2B5EF4-FFF2-40B4-BE49-F238E27FC236}">
                <a16:creationId xmlns:a16="http://schemas.microsoft.com/office/drawing/2014/main" id="{F3023EF6-DB1E-0046-AB58-0C3D1D82F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AF74696E-9D5B-4748-B00E-6060671D99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32690E49-74DC-B54F-8E17-202B91FC04A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8337" y="1624385"/>
            <a:ext cx="2700000" cy="4861668"/>
          </a:xfrm>
        </p:spPr>
        <p:txBody>
          <a:bodyPr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 sz="1700" b="0" i="0"/>
            </a:lvl1pPr>
            <a:lvl2pPr marL="383990" indent="0">
              <a:buNone/>
              <a:defRPr b="0" i="0"/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3pPr>
            <a:lvl4pPr marL="62398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4pPr>
            <a:lvl5pPr marL="0" indent="0">
              <a:buNone/>
              <a:defRPr b="0" i="0">
                <a:latin typeface="Apto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3051C596-317B-3D4D-89E4-726D45AEF05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9139465" y="3639401"/>
            <a:ext cx="2880000" cy="1080000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endParaRPr lang="en-US"/>
          </a:p>
        </p:txBody>
      </p:sp>
      <p:sp>
        <p:nvSpPr>
          <p:cNvPr id="28" name="Text Placeholder 12">
            <a:extLst>
              <a:ext uri="{FF2B5EF4-FFF2-40B4-BE49-F238E27FC236}">
                <a16:creationId xmlns:a16="http://schemas.microsoft.com/office/drawing/2014/main" id="{3E459248-E253-254C-BBAE-2E1DC567BA5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139465" y="4693978"/>
            <a:ext cx="2880000" cy="1800000"/>
          </a:xfrm>
        </p:spPr>
        <p:txBody>
          <a:bodyPr/>
          <a:lstStyle>
            <a:lvl1pPr marL="0" indent="0">
              <a:buNone/>
              <a:defRPr sz="1500"/>
            </a:lvl1pPr>
          </a:lstStyle>
          <a:p>
            <a:endParaRPr lang="en-US"/>
          </a:p>
        </p:txBody>
      </p:sp>
      <p:sp>
        <p:nvSpPr>
          <p:cNvPr id="29" name="Picture Placeholder 13">
            <a:extLst>
              <a:ext uri="{FF2B5EF4-FFF2-40B4-BE49-F238E27FC236}">
                <a16:creationId xmlns:a16="http://schemas.microsoft.com/office/drawing/2014/main" id="{3475E9BD-69E9-EB4E-9F5D-B313DF63A766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9143663" y="1628888"/>
            <a:ext cx="2880000" cy="1800000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927C7A83-9C2E-474D-98DC-46E98DF4AA8F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130634" y="3639401"/>
            <a:ext cx="2880000" cy="1080000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endParaRPr lang="en-US"/>
          </a:p>
        </p:txBody>
      </p:sp>
      <p:sp>
        <p:nvSpPr>
          <p:cNvPr id="31" name="Text Placeholder 12">
            <a:extLst>
              <a:ext uri="{FF2B5EF4-FFF2-40B4-BE49-F238E27FC236}">
                <a16:creationId xmlns:a16="http://schemas.microsoft.com/office/drawing/2014/main" id="{F49FE479-E251-9546-A780-285ABBC5771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130634" y="4693978"/>
            <a:ext cx="2880000" cy="1800000"/>
          </a:xfrm>
        </p:spPr>
        <p:txBody>
          <a:bodyPr/>
          <a:lstStyle>
            <a:lvl1pPr marL="0" indent="0">
              <a:buNone/>
              <a:defRPr sz="1500"/>
            </a:lvl1pPr>
          </a:lstStyle>
          <a:p>
            <a:endParaRPr lang="en-US"/>
          </a:p>
        </p:txBody>
      </p:sp>
      <p:sp>
        <p:nvSpPr>
          <p:cNvPr id="32" name="Picture Placeholder 13">
            <a:extLst>
              <a:ext uri="{FF2B5EF4-FFF2-40B4-BE49-F238E27FC236}">
                <a16:creationId xmlns:a16="http://schemas.microsoft.com/office/drawing/2014/main" id="{73083E15-35B7-614F-94FF-8D9DF0CF9AFD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6134832" y="1628888"/>
            <a:ext cx="2880000" cy="1800000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74170733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right-centered-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00315AEC-606C-D74B-B0CE-82C7360AC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ADEE5948-79B6-8349-9FF8-4BBD24694ED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8337" y="1624385"/>
            <a:ext cx="2700000" cy="4861668"/>
          </a:xfrm>
        </p:spPr>
        <p:txBody>
          <a:bodyPr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 sz="1700" b="0" i="0"/>
            </a:lvl1pPr>
            <a:lvl2pPr marL="383990" indent="0">
              <a:buNone/>
              <a:defRPr b="0" i="0"/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3pPr>
            <a:lvl4pPr marL="62398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4pPr>
            <a:lvl5pPr marL="0" indent="0">
              <a:buNone/>
              <a:defRPr b="0" i="0">
                <a:latin typeface="Apto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FFD4A6AA-7535-2A4A-9606-F048EE997C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  <p:sp>
        <p:nvSpPr>
          <p:cNvPr id="15" name="Picture Placeholder 13">
            <a:extLst>
              <a:ext uri="{FF2B5EF4-FFF2-40B4-BE49-F238E27FC236}">
                <a16:creationId xmlns:a16="http://schemas.microsoft.com/office/drawing/2014/main" id="{68A57AAB-DEDF-9E47-869E-601263D9218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26000" y="1623776"/>
            <a:ext cx="8897663" cy="4860000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6302647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/>
          <p:cNvSpPr>
            <a:spLocks noGrp="1"/>
          </p:cNvSpPr>
          <p:nvPr>
            <p:ph type="pic" sz="quarter" idx="14"/>
          </p:nvPr>
        </p:nvSpPr>
        <p:spPr>
          <a:xfrm>
            <a:off x="3126001" y="1629480"/>
            <a:ext cx="2052800" cy="1403856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Picture Placeholder 13"/>
          <p:cNvSpPr>
            <a:spLocks noGrp="1"/>
          </p:cNvSpPr>
          <p:nvPr>
            <p:ph type="pic" sz="quarter" idx="16"/>
          </p:nvPr>
        </p:nvSpPr>
        <p:spPr>
          <a:xfrm>
            <a:off x="5400614" y="1629479"/>
            <a:ext cx="2052800" cy="1403856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6" name="Picture Placeholder 13"/>
          <p:cNvSpPr>
            <a:spLocks noGrp="1"/>
          </p:cNvSpPr>
          <p:nvPr>
            <p:ph type="pic" sz="quarter" idx="17"/>
          </p:nvPr>
        </p:nvSpPr>
        <p:spPr>
          <a:xfrm>
            <a:off x="7675227" y="1629478"/>
            <a:ext cx="2052800" cy="1403856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Picture Placeholder 13"/>
          <p:cNvSpPr>
            <a:spLocks noGrp="1"/>
          </p:cNvSpPr>
          <p:nvPr>
            <p:ph type="pic" sz="quarter" idx="18"/>
          </p:nvPr>
        </p:nvSpPr>
        <p:spPr>
          <a:xfrm>
            <a:off x="9949839" y="1629476"/>
            <a:ext cx="2052800" cy="1403856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8" name="Picture Placeholder 13"/>
          <p:cNvSpPr>
            <a:spLocks noGrp="1"/>
          </p:cNvSpPr>
          <p:nvPr>
            <p:ph type="pic" sz="quarter" idx="19"/>
          </p:nvPr>
        </p:nvSpPr>
        <p:spPr>
          <a:xfrm>
            <a:off x="3126001" y="3355839"/>
            <a:ext cx="2052800" cy="1403857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9" name="Picture Placeholder 13"/>
          <p:cNvSpPr>
            <a:spLocks noGrp="1"/>
          </p:cNvSpPr>
          <p:nvPr>
            <p:ph type="pic" sz="quarter" idx="20"/>
          </p:nvPr>
        </p:nvSpPr>
        <p:spPr>
          <a:xfrm>
            <a:off x="5400613" y="3355838"/>
            <a:ext cx="2052800" cy="1403857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0" name="Picture Placeholder 13"/>
          <p:cNvSpPr>
            <a:spLocks noGrp="1"/>
          </p:cNvSpPr>
          <p:nvPr>
            <p:ph type="pic" sz="quarter" idx="21"/>
          </p:nvPr>
        </p:nvSpPr>
        <p:spPr>
          <a:xfrm>
            <a:off x="7675225" y="3355838"/>
            <a:ext cx="2052800" cy="1403857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1" name="Picture Placeholder 13"/>
          <p:cNvSpPr>
            <a:spLocks noGrp="1"/>
          </p:cNvSpPr>
          <p:nvPr>
            <p:ph type="pic" sz="quarter" idx="22"/>
          </p:nvPr>
        </p:nvSpPr>
        <p:spPr>
          <a:xfrm>
            <a:off x="9949838" y="3355837"/>
            <a:ext cx="2052800" cy="1403857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2" name="Picture Placeholder 13"/>
          <p:cNvSpPr>
            <a:spLocks noGrp="1"/>
          </p:cNvSpPr>
          <p:nvPr>
            <p:ph type="pic" sz="quarter" idx="23"/>
          </p:nvPr>
        </p:nvSpPr>
        <p:spPr>
          <a:xfrm>
            <a:off x="3126001" y="5082198"/>
            <a:ext cx="2052800" cy="1403856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3" name="Picture Placeholder 13"/>
          <p:cNvSpPr>
            <a:spLocks noGrp="1"/>
          </p:cNvSpPr>
          <p:nvPr>
            <p:ph type="pic" sz="quarter" idx="24"/>
          </p:nvPr>
        </p:nvSpPr>
        <p:spPr>
          <a:xfrm>
            <a:off x="5400613" y="5082198"/>
            <a:ext cx="2052800" cy="1403856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4" name="Picture Placeholder 13"/>
          <p:cNvSpPr>
            <a:spLocks noGrp="1"/>
          </p:cNvSpPr>
          <p:nvPr>
            <p:ph type="pic" sz="quarter" idx="25"/>
          </p:nvPr>
        </p:nvSpPr>
        <p:spPr>
          <a:xfrm>
            <a:off x="7675225" y="5082198"/>
            <a:ext cx="2052800" cy="1403856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5" name="Picture Placeholder 13"/>
          <p:cNvSpPr>
            <a:spLocks noGrp="1"/>
          </p:cNvSpPr>
          <p:nvPr>
            <p:ph type="pic" sz="quarter" idx="26"/>
          </p:nvPr>
        </p:nvSpPr>
        <p:spPr>
          <a:xfrm>
            <a:off x="9949838" y="5082198"/>
            <a:ext cx="2052800" cy="1403856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C7D43A27-AB6D-8A4C-80B5-5E1E95EA82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47C9E37E-E54B-8C4A-8006-7CD3AC30CF4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8337" y="1624385"/>
            <a:ext cx="2700000" cy="4861668"/>
          </a:xfrm>
        </p:spPr>
        <p:txBody>
          <a:bodyPr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 sz="1700" b="0" i="0"/>
            </a:lvl1pPr>
            <a:lvl2pPr marL="383990" indent="0">
              <a:buNone/>
              <a:defRPr b="0" i="0"/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3pPr>
            <a:lvl4pPr marL="62398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4pPr>
            <a:lvl5pPr marL="0" indent="0">
              <a:buNone/>
              <a:defRPr b="0" i="0">
                <a:latin typeface="Apto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28" name="Title 1">
            <a:extLst>
              <a:ext uri="{FF2B5EF4-FFF2-40B4-BE49-F238E27FC236}">
                <a16:creationId xmlns:a16="http://schemas.microsoft.com/office/drawing/2014/main" id="{79D1A6F7-C1AB-5749-ACF0-EF33E68907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808762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right-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E7AC0982-4C22-D04C-9DEE-E0F17CD9A6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246DE050-61AD-2740-8EC5-69F28F45E70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68337" y="1624385"/>
            <a:ext cx="2700000" cy="4861668"/>
          </a:xfrm>
        </p:spPr>
        <p:txBody>
          <a:bodyPr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 sz="1700" b="0" i="0"/>
            </a:lvl1pPr>
            <a:lvl2pPr marL="383990" indent="0">
              <a:buNone/>
              <a:defRPr b="0" i="0"/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3pPr>
            <a:lvl4pPr marL="62398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4pPr>
            <a:lvl5pPr marL="0" indent="0">
              <a:buNone/>
              <a:defRPr b="0" i="0">
                <a:latin typeface="Apto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21622265-8721-CC4C-A6A3-280BA0F51A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  <p:sp>
        <p:nvSpPr>
          <p:cNvPr id="11" name="Picture Placeholder 13">
            <a:extLst>
              <a:ext uri="{FF2B5EF4-FFF2-40B4-BE49-F238E27FC236}">
                <a16:creationId xmlns:a16="http://schemas.microsoft.com/office/drawing/2014/main" id="{9CE51D20-3BF7-314E-9420-BD3D7020B68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096000" y="1628775"/>
            <a:ext cx="2790000" cy="4860000"/>
          </a:xfrm>
        </p:spPr>
        <p:txBody>
          <a:bodyPr tIns="54000"/>
          <a:lstStyle>
            <a:lvl1pPr marL="0" indent="0">
              <a:buNone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3" name="Picture Placeholder 13">
            <a:extLst>
              <a:ext uri="{FF2B5EF4-FFF2-40B4-BE49-F238E27FC236}">
                <a16:creationId xmlns:a16="http://schemas.microsoft.com/office/drawing/2014/main" id="{1F578801-0686-9644-AA6B-CD9119C69FF5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233663" y="1626053"/>
            <a:ext cx="2790000" cy="4860000"/>
          </a:xfrm>
        </p:spPr>
        <p:txBody>
          <a:bodyPr tIns="54000"/>
          <a:lstStyle>
            <a:lvl1pPr marL="0" indent="0">
              <a:buNone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7223402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 userDrawn="1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top-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AB51F7BE-AAD1-D440-AA76-18C33D4AA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732A9AAD-C1FB-8A47-BF12-8D1460D6906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8337" y="1624385"/>
            <a:ext cx="2700000" cy="4861668"/>
          </a:xfrm>
        </p:spPr>
        <p:txBody>
          <a:bodyPr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 sz="1700" b="0" i="0"/>
            </a:lvl1pPr>
            <a:lvl2pPr marL="383990" indent="0">
              <a:buNone/>
              <a:defRPr b="0" i="0"/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3pPr>
            <a:lvl4pPr marL="62398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4pPr>
            <a:lvl5pPr marL="0" indent="0">
              <a:buNone/>
              <a:defRPr b="0" i="0">
                <a:latin typeface="Apto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1B410E63-B74B-9642-ACFC-A1A887BA84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7C5B20DF-D543-7142-AC53-A7E5DADC262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096000" y="1628775"/>
            <a:ext cx="2880000" cy="2340000"/>
          </a:xfrm>
        </p:spPr>
        <p:txBody>
          <a:bodyPr tIns="54000"/>
          <a:lstStyle>
            <a:lvl1pPr marL="0" indent="0">
              <a:buNone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8340948E-C778-3141-8FFB-842EA667ACB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142612" y="1628775"/>
            <a:ext cx="2880000" cy="2340000"/>
          </a:xfrm>
        </p:spPr>
        <p:txBody>
          <a:bodyPr tIns="54000"/>
          <a:lstStyle>
            <a:lvl1pPr marL="0" indent="0">
              <a:buNone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Picture Placeholder 13">
            <a:extLst>
              <a:ext uri="{FF2B5EF4-FFF2-40B4-BE49-F238E27FC236}">
                <a16:creationId xmlns:a16="http://schemas.microsoft.com/office/drawing/2014/main" id="{C3B96FFC-23B8-8440-BB37-E3DD799F5166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096000" y="4149225"/>
            <a:ext cx="2880000" cy="2340000"/>
          </a:xfrm>
        </p:spPr>
        <p:txBody>
          <a:bodyPr tIns="54000"/>
          <a:lstStyle>
            <a:lvl1pPr marL="0" indent="0">
              <a:buNone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8" name="Picture Placeholder 13">
            <a:extLst>
              <a:ext uri="{FF2B5EF4-FFF2-40B4-BE49-F238E27FC236}">
                <a16:creationId xmlns:a16="http://schemas.microsoft.com/office/drawing/2014/main" id="{B7F3CE87-F04C-EC4E-A081-3BC2EA20E3CD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9142612" y="4149225"/>
            <a:ext cx="2880000" cy="2340000"/>
          </a:xfrm>
        </p:spPr>
        <p:txBody>
          <a:bodyPr tIns="54000"/>
          <a:lstStyle>
            <a:lvl1pPr marL="0" indent="0">
              <a:buNone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Picture Placeholder 13">
            <a:extLst>
              <a:ext uri="{FF2B5EF4-FFF2-40B4-BE49-F238E27FC236}">
                <a16:creationId xmlns:a16="http://schemas.microsoft.com/office/drawing/2014/main" id="{51B82BDB-D1C8-21DA-4570-EA1FD62B6F68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034949" y="1624385"/>
            <a:ext cx="2880000" cy="2340000"/>
          </a:xfrm>
        </p:spPr>
        <p:txBody>
          <a:bodyPr tIns="54000"/>
          <a:lstStyle>
            <a:lvl1pPr marL="0" indent="0">
              <a:buNone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Picture Placeholder 13">
            <a:extLst>
              <a:ext uri="{FF2B5EF4-FFF2-40B4-BE49-F238E27FC236}">
                <a16:creationId xmlns:a16="http://schemas.microsoft.com/office/drawing/2014/main" id="{B9CBDE6F-6459-724D-FE92-CE1ECF462401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3034949" y="4149225"/>
            <a:ext cx="2880000" cy="2340000"/>
          </a:xfrm>
        </p:spPr>
        <p:txBody>
          <a:bodyPr tIns="54000"/>
          <a:lstStyle>
            <a:lvl1pPr marL="0" indent="0">
              <a:buNone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97754543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centered-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/>
          <p:cNvSpPr>
            <a:spLocks noGrp="1"/>
          </p:cNvSpPr>
          <p:nvPr>
            <p:ph idx="1"/>
          </p:nvPr>
        </p:nvSpPr>
        <p:spPr>
          <a:xfrm>
            <a:off x="155575" y="532623"/>
            <a:ext cx="11880850" cy="5074599"/>
          </a:xfrm>
          <a:prstGeom prst="rect">
            <a:avLst/>
          </a:prstGeom>
        </p:spPr>
        <p:txBody>
          <a:bodyPr vert="horz" lIns="0" tIns="54000" rIns="0" bIns="0" rtlCol="0">
            <a:noAutofit/>
          </a:bodyPr>
          <a:lstStyle>
            <a:lvl1pPr>
              <a:defRPr b="0" i="0"/>
            </a:lvl1pPr>
            <a:lvl5pPr>
              <a:defRPr/>
            </a:lvl5pPr>
            <a:lvl6pPr>
              <a:defRPr/>
            </a:lvl6pPr>
            <a:lvl7pPr>
              <a:defRPr baseline="0"/>
            </a:lvl7pPr>
            <a:lvl8pPr>
              <a:defRPr baseline="0"/>
            </a:lvl8pPr>
          </a:lstStyle>
          <a:p>
            <a:pPr marL="239994" marR="0" lvl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/>
            </a:pPr>
            <a:r>
              <a:rPr lang="en-US"/>
              <a:t>Edit Master text styles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>
          <a:xfrm>
            <a:off x="155575" y="5801970"/>
            <a:ext cx="11880850" cy="687730"/>
          </a:xfrm>
        </p:spPr>
        <p:txBody>
          <a:bodyPr/>
          <a:lstStyle>
            <a:lvl1pPr>
              <a:defRPr sz="3000" b="0" i="0">
                <a:latin typeface="Aptos" pitchFamily="2" charset="0"/>
              </a:defRPr>
            </a:lvl1pPr>
          </a:lstStyle>
          <a:p>
            <a:r>
              <a:rPr lang="en-US"/>
              <a:t>Click to edit text</a:t>
            </a:r>
            <a:endParaRPr lang="en-GB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FB6B384-1BB3-6543-9425-5BFFE0CF8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49661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4-strip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B89C5A3-E064-5E40-B826-E6CC14891341}"/>
              </a:ext>
            </a:extLst>
          </p:cNvPr>
          <p:cNvCxnSpPr>
            <a:cxnSpLocks/>
          </p:cNvCxnSpPr>
          <p:nvPr userDrawn="1"/>
        </p:nvCxnSpPr>
        <p:spPr>
          <a:xfrm>
            <a:off x="6091237" y="352620"/>
            <a:ext cx="0" cy="6352980"/>
          </a:xfrm>
          <a:prstGeom prst="line">
            <a:avLst/>
          </a:prstGeom>
          <a:ln w="3175">
            <a:solidFill>
              <a:schemeClr val="tx2">
                <a:lumMod val="75000"/>
                <a:alpha val="9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E62D60D0-9787-594F-BD01-75430A184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DD1874EE-1B24-E2E8-81FC-6BFF4E23724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439565" y="5451565"/>
            <a:ext cx="1221439" cy="1176201"/>
          </a:xfrm>
          <a:prstGeom prst="ellipse">
            <a:avLst/>
          </a:prstGeom>
        </p:spPr>
        <p:txBody>
          <a:bodyPr/>
          <a:lstStyle/>
          <a:p>
            <a:endParaRPr lang="en-CN"/>
          </a:p>
        </p:txBody>
      </p:sp>
      <p:sp>
        <p:nvSpPr>
          <p:cNvPr id="6" name="Picture Placeholder 3">
            <a:extLst>
              <a:ext uri="{FF2B5EF4-FFF2-40B4-BE49-F238E27FC236}">
                <a16:creationId xmlns:a16="http://schemas.microsoft.com/office/drawing/2014/main" id="{3AB75DF2-5829-8CDE-8167-0E8AFB5716C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21471" y="5451564"/>
            <a:ext cx="1221439" cy="1176201"/>
          </a:xfrm>
          <a:prstGeom prst="ellipse">
            <a:avLst/>
          </a:prstGeom>
        </p:spPr>
        <p:txBody>
          <a:bodyPr/>
          <a:lstStyle/>
          <a:p>
            <a:endParaRPr lang="en-CN"/>
          </a:p>
        </p:txBody>
      </p:sp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A2367790-E0FE-5980-1534-35300159473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2062888" y="5451563"/>
            <a:ext cx="1221439" cy="1176201"/>
          </a:xfrm>
          <a:prstGeom prst="ellipse">
            <a:avLst/>
          </a:prstGeom>
        </p:spPr>
        <p:txBody>
          <a:bodyPr/>
          <a:lstStyle/>
          <a:p>
            <a:endParaRPr lang="en-CN"/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064A1C52-CA4F-22AA-5F20-22874F988A3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898148" y="5451565"/>
            <a:ext cx="1221439" cy="1176201"/>
          </a:xfrm>
          <a:prstGeom prst="ellipse">
            <a:avLst/>
          </a:prstGeom>
        </p:spPr>
        <p:txBody>
          <a:bodyPr/>
          <a:lstStyle/>
          <a:p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3485515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4224" userDrawn="1">
          <p15:clr>
            <a:srgbClr val="FBAE40"/>
          </p15:clr>
        </p15:guide>
        <p15:guide id="2" pos="7514" userDrawn="1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5-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lide Number Placeholder 5">
            <a:extLst>
              <a:ext uri="{FF2B5EF4-FFF2-40B4-BE49-F238E27FC236}">
                <a16:creationId xmlns:a16="http://schemas.microsoft.com/office/drawing/2014/main" id="{D8730328-2DEC-B040-BA78-EAC8B86D3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42" name="Picture Placeholder 2">
            <a:extLst>
              <a:ext uri="{FF2B5EF4-FFF2-40B4-BE49-F238E27FC236}">
                <a16:creationId xmlns:a16="http://schemas.microsoft.com/office/drawing/2014/main" id="{433829F2-EE45-D843-99C6-51E5D66F354B}"/>
              </a:ext>
            </a:extLst>
          </p:cNvPr>
          <p:cNvSpPr>
            <a:spLocks noGrp="1"/>
          </p:cNvSpPr>
          <p:nvPr>
            <p:ph type="pic" sz="quarter" idx="56"/>
          </p:nvPr>
        </p:nvSpPr>
        <p:spPr>
          <a:xfrm>
            <a:off x="155575" y="1631947"/>
            <a:ext cx="2209800" cy="5046663"/>
          </a:xfrm>
        </p:spPr>
        <p:txBody>
          <a:bodyPr/>
          <a:lstStyle/>
          <a:p>
            <a:endParaRPr lang="en-US"/>
          </a:p>
        </p:txBody>
      </p:sp>
      <p:sp>
        <p:nvSpPr>
          <p:cNvPr id="50" name="Picture Placeholder 2">
            <a:extLst>
              <a:ext uri="{FF2B5EF4-FFF2-40B4-BE49-F238E27FC236}">
                <a16:creationId xmlns:a16="http://schemas.microsoft.com/office/drawing/2014/main" id="{6D8C8A6B-65B2-B642-A474-0837EF0C091C}"/>
              </a:ext>
            </a:extLst>
          </p:cNvPr>
          <p:cNvSpPr>
            <a:spLocks noGrp="1"/>
          </p:cNvSpPr>
          <p:nvPr>
            <p:ph type="pic" sz="quarter" idx="57"/>
          </p:nvPr>
        </p:nvSpPr>
        <p:spPr>
          <a:xfrm>
            <a:off x="9826625" y="1628775"/>
            <a:ext cx="2209800" cy="5046663"/>
          </a:xfrm>
        </p:spPr>
        <p:txBody>
          <a:bodyPr/>
          <a:lstStyle/>
          <a:p>
            <a:endParaRPr lang="en-US"/>
          </a:p>
        </p:txBody>
      </p:sp>
      <p:sp>
        <p:nvSpPr>
          <p:cNvPr id="51" name="Picture Placeholder 2">
            <a:extLst>
              <a:ext uri="{FF2B5EF4-FFF2-40B4-BE49-F238E27FC236}">
                <a16:creationId xmlns:a16="http://schemas.microsoft.com/office/drawing/2014/main" id="{B112EE96-3F03-1049-AC80-AC0617F07DC3}"/>
              </a:ext>
            </a:extLst>
          </p:cNvPr>
          <p:cNvSpPr>
            <a:spLocks noGrp="1"/>
          </p:cNvSpPr>
          <p:nvPr>
            <p:ph type="pic" sz="quarter" idx="58"/>
          </p:nvPr>
        </p:nvSpPr>
        <p:spPr>
          <a:xfrm>
            <a:off x="2573337" y="1631947"/>
            <a:ext cx="2209800" cy="5046663"/>
          </a:xfrm>
        </p:spPr>
        <p:txBody>
          <a:bodyPr/>
          <a:lstStyle/>
          <a:p>
            <a:endParaRPr lang="en-US"/>
          </a:p>
        </p:txBody>
      </p:sp>
      <p:sp>
        <p:nvSpPr>
          <p:cNvPr id="52" name="Picture Placeholder 2">
            <a:extLst>
              <a:ext uri="{FF2B5EF4-FFF2-40B4-BE49-F238E27FC236}">
                <a16:creationId xmlns:a16="http://schemas.microsoft.com/office/drawing/2014/main" id="{764155D4-F972-A342-BE3B-E5173E997957}"/>
              </a:ext>
            </a:extLst>
          </p:cNvPr>
          <p:cNvSpPr>
            <a:spLocks noGrp="1"/>
          </p:cNvSpPr>
          <p:nvPr>
            <p:ph type="pic" sz="quarter" idx="59"/>
          </p:nvPr>
        </p:nvSpPr>
        <p:spPr>
          <a:xfrm>
            <a:off x="4991099" y="1631947"/>
            <a:ext cx="2209800" cy="5046663"/>
          </a:xfrm>
        </p:spPr>
        <p:txBody>
          <a:bodyPr/>
          <a:lstStyle/>
          <a:p>
            <a:endParaRPr lang="en-US"/>
          </a:p>
        </p:txBody>
      </p:sp>
      <p:sp>
        <p:nvSpPr>
          <p:cNvPr id="53" name="Picture Placeholder 2">
            <a:extLst>
              <a:ext uri="{FF2B5EF4-FFF2-40B4-BE49-F238E27FC236}">
                <a16:creationId xmlns:a16="http://schemas.microsoft.com/office/drawing/2014/main" id="{E6F09F01-9070-3A41-9F62-426440A1F135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>
          <a:xfrm>
            <a:off x="7408862" y="1631947"/>
            <a:ext cx="2209800" cy="5046663"/>
          </a:xfrm>
        </p:spPr>
        <p:txBody>
          <a:bodyPr/>
          <a:lstStyle/>
          <a:p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DCE2E3AE-9B37-C243-BF2D-C5339DEA05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754562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-5-cente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5C649BD8-3A0D-8A4E-9759-EECEDB23E7DC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55575" y="1632223"/>
            <a:ext cx="2208000" cy="5046027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endParaRPr lang="en-US"/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D769F801-7803-534D-93B9-2E57AD7E633C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2578320" y="1632223"/>
            <a:ext cx="2208000" cy="5046027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endParaRPr lang="en-US"/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40BB44E0-98DF-2143-B79B-EE60BD826838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5001065" y="1632223"/>
            <a:ext cx="2208000" cy="5046027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endParaRPr lang="en-US"/>
          </a:p>
        </p:txBody>
      </p:sp>
      <p:sp>
        <p:nvSpPr>
          <p:cNvPr id="29" name="Text Placeholder 11">
            <a:extLst>
              <a:ext uri="{FF2B5EF4-FFF2-40B4-BE49-F238E27FC236}">
                <a16:creationId xmlns:a16="http://schemas.microsoft.com/office/drawing/2014/main" id="{69499105-A391-D24A-B6E1-1160C393E7DF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7423810" y="1632223"/>
            <a:ext cx="2205888" cy="5047301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endParaRPr lang="en-US"/>
          </a:p>
        </p:txBody>
      </p:sp>
      <p:sp>
        <p:nvSpPr>
          <p:cNvPr id="30" name="Text Placeholder 11">
            <a:extLst>
              <a:ext uri="{FF2B5EF4-FFF2-40B4-BE49-F238E27FC236}">
                <a16:creationId xmlns:a16="http://schemas.microsoft.com/office/drawing/2014/main" id="{8CCD7415-7606-7547-82F8-F71B78CC61BC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9844443" y="1630949"/>
            <a:ext cx="2201506" cy="5047301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BDBAA2F6-154B-D44E-8D46-4EC7803D3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E9406BBB-AF7B-6345-9F01-3C68AC5365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139034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top-5-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5C649BD8-3A0D-8A4E-9759-EECEDB23E7DC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155575" y="4356107"/>
            <a:ext cx="2203694" cy="2322143"/>
          </a:xfrm>
        </p:spPr>
        <p:txBody>
          <a:bodyPr vert="horz" lIns="0" tIns="115200" rIns="0" bIns="0" rtlCol="0">
            <a:noAutofit/>
          </a:bodyPr>
          <a:lstStyle>
            <a:lvl1pPr>
              <a:defRPr lang="en-US" sz="1500" noProof="0" dirty="0" smtClean="0"/>
            </a:lvl1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kumimoji="0" lang="en-US" sz="1500" u="none" strike="noStrike" cap="none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3pPr>
            <a:lvl4pPr marL="233363" indent="-233363">
              <a:tabLst/>
              <a:defRPr sz="1500"/>
            </a:lvl4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D769F801-7803-534D-93B9-2E57AD7E633C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6034" y="4356107"/>
            <a:ext cx="2203694" cy="2322143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40BB44E0-98DF-2143-B79B-EE60BD826838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4996494" y="4356107"/>
            <a:ext cx="2201507" cy="2322143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29" name="Text Placeholder 11">
            <a:extLst>
              <a:ext uri="{FF2B5EF4-FFF2-40B4-BE49-F238E27FC236}">
                <a16:creationId xmlns:a16="http://schemas.microsoft.com/office/drawing/2014/main" id="{69499105-A391-D24A-B6E1-1160C393E7DF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7414767" y="4357381"/>
            <a:ext cx="2196889" cy="2322143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marR="0" lvl="2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/>
            </a:pPr>
            <a:r>
              <a:rPr kumimoji="0" lang="en-US" sz="1467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00503000000020004" pitchFamily="2" charset="0"/>
                <a:ea typeface="Aptos" charset="0"/>
                <a:cs typeface="Aptos" charset="0"/>
              </a:rPr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0" name="Text Placeholder 11">
            <a:extLst>
              <a:ext uri="{FF2B5EF4-FFF2-40B4-BE49-F238E27FC236}">
                <a16:creationId xmlns:a16="http://schemas.microsoft.com/office/drawing/2014/main" id="{8CCD7415-7606-7547-82F8-F71B78CC61BC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9828421" y="4357598"/>
            <a:ext cx="2201506" cy="2322143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marR="0" lvl="2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/>
            </a:pPr>
            <a:r>
              <a:rPr kumimoji="0" lang="en-US" sz="1467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00503000000020004" pitchFamily="2" charset="0"/>
                <a:ea typeface="Aptos" charset="0"/>
                <a:cs typeface="Aptos" charset="0"/>
              </a:rPr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ECEA2C58-89DE-AE4C-A592-22759A1D5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46" name="Picture Placeholder 2">
            <a:extLst>
              <a:ext uri="{FF2B5EF4-FFF2-40B4-BE49-F238E27FC236}">
                <a16:creationId xmlns:a16="http://schemas.microsoft.com/office/drawing/2014/main" id="{449D51CE-1784-7A4B-AAAC-303F45795860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>
          <a:xfrm>
            <a:off x="153460" y="1631948"/>
            <a:ext cx="2209800" cy="2724158"/>
          </a:xfrm>
        </p:spPr>
        <p:txBody>
          <a:bodyPr/>
          <a:lstStyle/>
          <a:p>
            <a:endParaRPr lang="en-US"/>
          </a:p>
        </p:txBody>
      </p:sp>
      <p:sp>
        <p:nvSpPr>
          <p:cNvPr id="48" name="Picture Placeholder 2">
            <a:extLst>
              <a:ext uri="{FF2B5EF4-FFF2-40B4-BE49-F238E27FC236}">
                <a16:creationId xmlns:a16="http://schemas.microsoft.com/office/drawing/2014/main" id="{519B505F-3B4D-F84B-941A-DBA1F67181B1}"/>
              </a:ext>
            </a:extLst>
          </p:cNvPr>
          <p:cNvSpPr>
            <a:spLocks noGrp="1"/>
          </p:cNvSpPr>
          <p:nvPr>
            <p:ph type="pic" sz="quarter" idx="62"/>
          </p:nvPr>
        </p:nvSpPr>
        <p:spPr>
          <a:xfrm>
            <a:off x="2571184" y="1631948"/>
            <a:ext cx="2209800" cy="2724158"/>
          </a:xfrm>
        </p:spPr>
        <p:txBody>
          <a:bodyPr/>
          <a:lstStyle/>
          <a:p>
            <a:endParaRPr lang="en-US"/>
          </a:p>
        </p:txBody>
      </p:sp>
      <p:sp>
        <p:nvSpPr>
          <p:cNvPr id="49" name="Picture Placeholder 2">
            <a:extLst>
              <a:ext uri="{FF2B5EF4-FFF2-40B4-BE49-F238E27FC236}">
                <a16:creationId xmlns:a16="http://schemas.microsoft.com/office/drawing/2014/main" id="{6B162666-3667-0840-A9FC-5F37D5CD42A3}"/>
              </a:ext>
            </a:extLst>
          </p:cNvPr>
          <p:cNvSpPr>
            <a:spLocks noGrp="1"/>
          </p:cNvSpPr>
          <p:nvPr>
            <p:ph type="pic" sz="quarter" idx="63"/>
          </p:nvPr>
        </p:nvSpPr>
        <p:spPr>
          <a:xfrm>
            <a:off x="4988908" y="1631948"/>
            <a:ext cx="2209800" cy="2724158"/>
          </a:xfrm>
        </p:spPr>
        <p:txBody>
          <a:bodyPr/>
          <a:lstStyle/>
          <a:p>
            <a:endParaRPr lang="en-US"/>
          </a:p>
        </p:txBody>
      </p:sp>
      <p:sp>
        <p:nvSpPr>
          <p:cNvPr id="50" name="Picture Placeholder 2">
            <a:extLst>
              <a:ext uri="{FF2B5EF4-FFF2-40B4-BE49-F238E27FC236}">
                <a16:creationId xmlns:a16="http://schemas.microsoft.com/office/drawing/2014/main" id="{E51865DD-5430-494D-90CF-73DC66E3ABD4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7406632" y="1631948"/>
            <a:ext cx="2209800" cy="2724158"/>
          </a:xfrm>
        </p:spPr>
        <p:txBody>
          <a:bodyPr/>
          <a:lstStyle/>
          <a:p>
            <a:endParaRPr lang="en-US"/>
          </a:p>
        </p:txBody>
      </p:sp>
      <p:sp>
        <p:nvSpPr>
          <p:cNvPr id="71" name="Picture Placeholder 2">
            <a:extLst>
              <a:ext uri="{FF2B5EF4-FFF2-40B4-BE49-F238E27FC236}">
                <a16:creationId xmlns:a16="http://schemas.microsoft.com/office/drawing/2014/main" id="{19B1859B-DEC6-2B4A-AF37-43AB6147BF2E}"/>
              </a:ext>
            </a:extLst>
          </p:cNvPr>
          <p:cNvSpPr>
            <a:spLocks noGrp="1"/>
          </p:cNvSpPr>
          <p:nvPr>
            <p:ph type="pic" sz="quarter" idx="65"/>
          </p:nvPr>
        </p:nvSpPr>
        <p:spPr>
          <a:xfrm>
            <a:off x="9824355" y="1631948"/>
            <a:ext cx="2209800" cy="2724158"/>
          </a:xfrm>
        </p:spPr>
        <p:txBody>
          <a:bodyPr/>
          <a:lstStyle/>
          <a:p>
            <a:endParaRPr 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AFB47654-228A-5740-A719-5F1A72FE15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83058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5x2-image-top-10-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lide Number Placeholder 5">
            <a:extLst>
              <a:ext uri="{FF2B5EF4-FFF2-40B4-BE49-F238E27FC236}">
                <a16:creationId xmlns:a16="http://schemas.microsoft.com/office/drawing/2014/main" id="{A9615844-D433-B847-BBFA-B67B73154E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1" name="Picture Placeholder 2">
            <a:extLst>
              <a:ext uri="{FF2B5EF4-FFF2-40B4-BE49-F238E27FC236}">
                <a16:creationId xmlns:a16="http://schemas.microsoft.com/office/drawing/2014/main" id="{CF1FA14F-7D8C-C542-9A42-BABF0533C7E7}"/>
              </a:ext>
            </a:extLst>
          </p:cNvPr>
          <p:cNvSpPr>
            <a:spLocks noGrp="1"/>
          </p:cNvSpPr>
          <p:nvPr>
            <p:ph type="pic" sz="quarter" idx="56"/>
          </p:nvPr>
        </p:nvSpPr>
        <p:spPr>
          <a:xfrm>
            <a:off x="155575" y="1631950"/>
            <a:ext cx="2209800" cy="1797051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Picture Placeholder 2">
            <a:extLst>
              <a:ext uri="{FF2B5EF4-FFF2-40B4-BE49-F238E27FC236}">
                <a16:creationId xmlns:a16="http://schemas.microsoft.com/office/drawing/2014/main" id="{2CAAA10D-39AE-B841-9D02-2A07B4D02FD3}"/>
              </a:ext>
            </a:extLst>
          </p:cNvPr>
          <p:cNvSpPr>
            <a:spLocks noGrp="1"/>
          </p:cNvSpPr>
          <p:nvPr>
            <p:ph type="pic" sz="quarter" idx="57"/>
          </p:nvPr>
        </p:nvSpPr>
        <p:spPr>
          <a:xfrm>
            <a:off x="9824510" y="1631949"/>
            <a:ext cx="2209800" cy="1797051"/>
          </a:xfrm>
        </p:spPr>
        <p:txBody>
          <a:bodyPr/>
          <a:lstStyle/>
          <a:p>
            <a:endParaRPr lang="en-US"/>
          </a:p>
        </p:txBody>
      </p:sp>
      <p:sp>
        <p:nvSpPr>
          <p:cNvPr id="25" name="Picture Placeholder 2">
            <a:extLst>
              <a:ext uri="{FF2B5EF4-FFF2-40B4-BE49-F238E27FC236}">
                <a16:creationId xmlns:a16="http://schemas.microsoft.com/office/drawing/2014/main" id="{F7487BB8-F4AB-DD4B-B1D9-76CDB7A31F26}"/>
              </a:ext>
            </a:extLst>
          </p:cNvPr>
          <p:cNvSpPr>
            <a:spLocks noGrp="1"/>
          </p:cNvSpPr>
          <p:nvPr>
            <p:ph type="pic" sz="quarter" idx="58"/>
          </p:nvPr>
        </p:nvSpPr>
        <p:spPr>
          <a:xfrm>
            <a:off x="2572809" y="1631947"/>
            <a:ext cx="2209800" cy="1797051"/>
          </a:xfrm>
        </p:spPr>
        <p:txBody>
          <a:bodyPr/>
          <a:lstStyle/>
          <a:p>
            <a:endParaRPr lang="en-US"/>
          </a:p>
        </p:txBody>
      </p:sp>
      <p:sp>
        <p:nvSpPr>
          <p:cNvPr id="27" name="Picture Placeholder 2">
            <a:extLst>
              <a:ext uri="{FF2B5EF4-FFF2-40B4-BE49-F238E27FC236}">
                <a16:creationId xmlns:a16="http://schemas.microsoft.com/office/drawing/2014/main" id="{C3E25FB1-E54C-BB44-9C33-6E47043DF1DF}"/>
              </a:ext>
            </a:extLst>
          </p:cNvPr>
          <p:cNvSpPr>
            <a:spLocks noGrp="1"/>
          </p:cNvSpPr>
          <p:nvPr>
            <p:ph type="pic" sz="quarter" idx="59"/>
          </p:nvPr>
        </p:nvSpPr>
        <p:spPr>
          <a:xfrm>
            <a:off x="4990043" y="1631947"/>
            <a:ext cx="2209800" cy="1797051"/>
          </a:xfrm>
        </p:spPr>
        <p:txBody>
          <a:bodyPr/>
          <a:lstStyle/>
          <a:p>
            <a:endParaRPr lang="en-US"/>
          </a:p>
        </p:txBody>
      </p:sp>
      <p:sp>
        <p:nvSpPr>
          <p:cNvPr id="35" name="Picture Placeholder 2">
            <a:extLst>
              <a:ext uri="{FF2B5EF4-FFF2-40B4-BE49-F238E27FC236}">
                <a16:creationId xmlns:a16="http://schemas.microsoft.com/office/drawing/2014/main" id="{52E76E0C-D1B3-F247-8932-3AA799E313C5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>
          <a:xfrm>
            <a:off x="7407277" y="1631947"/>
            <a:ext cx="2209800" cy="1797051"/>
          </a:xfrm>
        </p:spPr>
        <p:txBody>
          <a:bodyPr/>
          <a:lstStyle/>
          <a:p>
            <a:endParaRPr lang="en-US"/>
          </a:p>
        </p:txBody>
      </p:sp>
      <p:sp>
        <p:nvSpPr>
          <p:cNvPr id="43" name="Text Placeholder 11">
            <a:extLst>
              <a:ext uri="{FF2B5EF4-FFF2-40B4-BE49-F238E27FC236}">
                <a16:creationId xmlns:a16="http://schemas.microsoft.com/office/drawing/2014/main" id="{973F89E9-FD06-724A-B8C8-4B74F2D0E49E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55575" y="3478183"/>
            <a:ext cx="2209801" cy="813504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4" name="Text Placeholder 11">
            <a:extLst>
              <a:ext uri="{FF2B5EF4-FFF2-40B4-BE49-F238E27FC236}">
                <a16:creationId xmlns:a16="http://schemas.microsoft.com/office/drawing/2014/main" id="{01FAD4D6-0CC3-E54F-A323-7BBF6D645F88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>
          <a:xfrm>
            <a:off x="2573109" y="3478183"/>
            <a:ext cx="2207388" cy="813504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5" name="Text Placeholder 11">
            <a:extLst>
              <a:ext uri="{FF2B5EF4-FFF2-40B4-BE49-F238E27FC236}">
                <a16:creationId xmlns:a16="http://schemas.microsoft.com/office/drawing/2014/main" id="{3B748AA3-CB6D-FF4C-ADAF-966A86D4A3C7}"/>
              </a:ext>
            </a:extLst>
          </p:cNvPr>
          <p:cNvSpPr>
            <a:spLocks noGrp="1"/>
          </p:cNvSpPr>
          <p:nvPr>
            <p:ph type="body" sz="quarter" idx="66"/>
          </p:nvPr>
        </p:nvSpPr>
        <p:spPr>
          <a:xfrm>
            <a:off x="4988230" y="3472600"/>
            <a:ext cx="2207388" cy="813504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6" name="Text Placeholder 11">
            <a:extLst>
              <a:ext uri="{FF2B5EF4-FFF2-40B4-BE49-F238E27FC236}">
                <a16:creationId xmlns:a16="http://schemas.microsoft.com/office/drawing/2014/main" id="{E88355D4-814A-CA4C-9A28-6AAE1F9C3300}"/>
              </a:ext>
            </a:extLst>
          </p:cNvPr>
          <p:cNvSpPr>
            <a:spLocks noGrp="1"/>
          </p:cNvSpPr>
          <p:nvPr>
            <p:ph type="body" sz="quarter" idx="67"/>
          </p:nvPr>
        </p:nvSpPr>
        <p:spPr>
          <a:xfrm>
            <a:off x="7403351" y="3472600"/>
            <a:ext cx="2207388" cy="813504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7" name="Text Placeholder 11">
            <a:extLst>
              <a:ext uri="{FF2B5EF4-FFF2-40B4-BE49-F238E27FC236}">
                <a16:creationId xmlns:a16="http://schemas.microsoft.com/office/drawing/2014/main" id="{9F1FD809-3EAA-FD4F-BC16-53CF5577A20D}"/>
              </a:ext>
            </a:extLst>
          </p:cNvPr>
          <p:cNvSpPr>
            <a:spLocks noGrp="1"/>
          </p:cNvSpPr>
          <p:nvPr>
            <p:ph type="body" sz="quarter" idx="68"/>
          </p:nvPr>
        </p:nvSpPr>
        <p:spPr>
          <a:xfrm>
            <a:off x="9818473" y="3472600"/>
            <a:ext cx="2207388" cy="813504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8" name="Text Placeholder 11">
            <a:extLst>
              <a:ext uri="{FF2B5EF4-FFF2-40B4-BE49-F238E27FC236}">
                <a16:creationId xmlns:a16="http://schemas.microsoft.com/office/drawing/2014/main" id="{A2A25609-872B-D246-9C2E-2642E89B4DC8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2575567" y="4356107"/>
            <a:ext cx="2203694" cy="2322143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49" name="Text Placeholder 11">
            <a:extLst>
              <a:ext uri="{FF2B5EF4-FFF2-40B4-BE49-F238E27FC236}">
                <a16:creationId xmlns:a16="http://schemas.microsoft.com/office/drawing/2014/main" id="{5C0AD65B-2E99-E345-83FD-C7001B9F0494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4993444" y="4356107"/>
            <a:ext cx="2201507" cy="2322143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50" name="Text Placeholder 11">
            <a:extLst>
              <a:ext uri="{FF2B5EF4-FFF2-40B4-BE49-F238E27FC236}">
                <a16:creationId xmlns:a16="http://schemas.microsoft.com/office/drawing/2014/main" id="{13BCA34A-9D77-F148-ABED-6F26D418587E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7409134" y="4357381"/>
            <a:ext cx="2196889" cy="2322143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marR="0" lvl="2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/>
            </a:pPr>
            <a:r>
              <a:rPr kumimoji="0" lang="en-US" sz="1467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00503000000020004" pitchFamily="2" charset="0"/>
                <a:ea typeface="Aptos" charset="0"/>
                <a:cs typeface="Aptos" charset="0"/>
              </a:rPr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1" name="Text Placeholder 11">
            <a:extLst>
              <a:ext uri="{FF2B5EF4-FFF2-40B4-BE49-F238E27FC236}">
                <a16:creationId xmlns:a16="http://schemas.microsoft.com/office/drawing/2014/main" id="{CA1969EA-6CF3-5A4D-92E0-D5EECD0C0023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9820207" y="4356107"/>
            <a:ext cx="2201506" cy="2322143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marR="0" lvl="2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/>
            </a:pPr>
            <a:r>
              <a:rPr kumimoji="0" lang="en-US" sz="1467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00503000000020004" pitchFamily="2" charset="0"/>
                <a:ea typeface="Aptos" charset="0"/>
                <a:cs typeface="Aptos" charset="0"/>
              </a:rPr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2" name="Text Placeholder 11">
            <a:extLst>
              <a:ext uri="{FF2B5EF4-FFF2-40B4-BE49-F238E27FC236}">
                <a16:creationId xmlns:a16="http://schemas.microsoft.com/office/drawing/2014/main" id="{3B7ED172-A108-3649-947D-70A9AE5A062B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157690" y="4356107"/>
            <a:ext cx="2203694" cy="2322143"/>
          </a:xfrm>
        </p:spPr>
        <p:txBody>
          <a:bodyPr vert="horz" lIns="0" tIns="115200" rIns="0" bIns="0" rtlCol="0">
            <a:noAutofit/>
          </a:bodyPr>
          <a:lstStyle>
            <a:lvl1pPr>
              <a:defRPr lang="en-US" sz="1500" noProof="0" dirty="0" smtClean="0"/>
            </a:lvl1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kumimoji="0" lang="en-US" sz="1500" u="none" strike="noStrike" cap="none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3pPr>
            <a:lvl4pPr marL="233363" indent="-233363">
              <a:tabLst/>
              <a:defRPr sz="1500"/>
            </a:lvl4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1AE8AEE7-A2B5-C64F-85D6-0259307168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24618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27" userDrawn="1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4-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BEC43161-501F-D546-B0D5-D89B73DF4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9" name="Picture Placeholder 2">
            <a:extLst>
              <a:ext uri="{FF2B5EF4-FFF2-40B4-BE49-F238E27FC236}">
                <a16:creationId xmlns:a16="http://schemas.microsoft.com/office/drawing/2014/main" id="{C6689F29-B923-1F4A-AC42-67E6A4791234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85098" y="1631579"/>
            <a:ext cx="2791883" cy="506515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0" name="Picture Placeholder 2">
            <a:extLst>
              <a:ext uri="{FF2B5EF4-FFF2-40B4-BE49-F238E27FC236}">
                <a16:creationId xmlns:a16="http://schemas.microsoft.com/office/drawing/2014/main" id="{D60043D2-53C6-7941-A3D5-C929281D478E}"/>
              </a:ext>
            </a:extLst>
          </p:cNvPr>
          <p:cNvSpPr>
            <a:spLocks noGrp="1"/>
          </p:cNvSpPr>
          <p:nvPr>
            <p:ph type="pic" sz="quarter" idx="65"/>
          </p:nvPr>
        </p:nvSpPr>
        <p:spPr>
          <a:xfrm>
            <a:off x="3203324" y="1631580"/>
            <a:ext cx="2791882" cy="506515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1" name="Picture Placeholder 2">
            <a:extLst>
              <a:ext uri="{FF2B5EF4-FFF2-40B4-BE49-F238E27FC236}">
                <a16:creationId xmlns:a16="http://schemas.microsoft.com/office/drawing/2014/main" id="{58031D29-4E11-F14C-804D-41652CAAF08C}"/>
              </a:ext>
            </a:extLst>
          </p:cNvPr>
          <p:cNvSpPr>
            <a:spLocks noGrp="1"/>
          </p:cNvSpPr>
          <p:nvPr>
            <p:ph type="pic" sz="quarter" idx="66"/>
          </p:nvPr>
        </p:nvSpPr>
        <p:spPr>
          <a:xfrm>
            <a:off x="6221549" y="1631580"/>
            <a:ext cx="2791881" cy="506515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2" name="Picture Placeholder 2">
            <a:extLst>
              <a:ext uri="{FF2B5EF4-FFF2-40B4-BE49-F238E27FC236}">
                <a16:creationId xmlns:a16="http://schemas.microsoft.com/office/drawing/2014/main" id="{4F9B74DE-B705-D641-8F3E-5B69743CC83C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9239774" y="1631581"/>
            <a:ext cx="2806175" cy="506515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F5473A06-123A-EF47-96E4-5B79D97844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255846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-4-cente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1"/>
          <p:cNvSpPr>
            <a:spLocks noGrp="1"/>
          </p:cNvSpPr>
          <p:nvPr>
            <p:ph type="body" sz="quarter" idx="16" hasCustomPrompt="1"/>
          </p:nvPr>
        </p:nvSpPr>
        <p:spPr>
          <a:xfrm>
            <a:off x="155575" y="1632223"/>
            <a:ext cx="2791884" cy="5065155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7" name="Text Placeholder 11"/>
          <p:cNvSpPr>
            <a:spLocks noGrp="1"/>
          </p:cNvSpPr>
          <p:nvPr>
            <p:ph type="body" sz="quarter" idx="47" hasCustomPrompt="1"/>
          </p:nvPr>
        </p:nvSpPr>
        <p:spPr>
          <a:xfrm>
            <a:off x="3188405" y="1632223"/>
            <a:ext cx="2791884" cy="5065155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8" name="Text Placeholder 11"/>
          <p:cNvSpPr>
            <a:spLocks noGrp="1"/>
          </p:cNvSpPr>
          <p:nvPr>
            <p:ph type="body" sz="quarter" idx="48" hasCustomPrompt="1"/>
          </p:nvPr>
        </p:nvSpPr>
        <p:spPr>
          <a:xfrm>
            <a:off x="6221235" y="1632223"/>
            <a:ext cx="2791884" cy="5065155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Text Placeholder 11"/>
          <p:cNvSpPr>
            <a:spLocks noGrp="1"/>
          </p:cNvSpPr>
          <p:nvPr>
            <p:ph type="body" sz="quarter" idx="49" hasCustomPrompt="1"/>
          </p:nvPr>
        </p:nvSpPr>
        <p:spPr>
          <a:xfrm>
            <a:off x="9254065" y="1632223"/>
            <a:ext cx="2791884" cy="5065155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F61B935B-0072-0345-9074-C64F72CCDD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3AA2EEA-EECD-774E-8190-63A4A4A76B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677837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top-4-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1"/>
          <p:cNvSpPr>
            <a:spLocks noGrp="1"/>
          </p:cNvSpPr>
          <p:nvPr>
            <p:ph type="body" sz="quarter" idx="16" hasCustomPrompt="1"/>
          </p:nvPr>
        </p:nvSpPr>
        <p:spPr>
          <a:xfrm>
            <a:off x="155575" y="4356074"/>
            <a:ext cx="2790000" cy="2340000"/>
          </a:xfrm>
        </p:spPr>
        <p:txBody>
          <a:bodyPr tIns="172800"/>
          <a:lstStyle>
            <a:lvl1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lang="en-US" sz="1500" b="0" i="0" kern="1200" spc="0" baseline="0" dirty="0" smtClean="0">
                <a:solidFill>
                  <a:schemeClr val="tx1"/>
                </a:solidFill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17" name="Text Placeholder 11"/>
          <p:cNvSpPr>
            <a:spLocks noGrp="1"/>
          </p:cNvSpPr>
          <p:nvPr>
            <p:ph type="body" sz="quarter" idx="47" hasCustomPrompt="1"/>
          </p:nvPr>
        </p:nvSpPr>
        <p:spPr>
          <a:xfrm>
            <a:off x="3189195" y="4356107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18" name="Text Placeholder 11"/>
          <p:cNvSpPr>
            <a:spLocks noGrp="1"/>
          </p:cNvSpPr>
          <p:nvPr>
            <p:ph type="body" sz="quarter" idx="48" hasCustomPrompt="1"/>
          </p:nvPr>
        </p:nvSpPr>
        <p:spPr>
          <a:xfrm>
            <a:off x="6222815" y="4374074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23" name="Text Placeholder 11"/>
          <p:cNvSpPr>
            <a:spLocks noGrp="1"/>
          </p:cNvSpPr>
          <p:nvPr>
            <p:ph type="body" sz="quarter" idx="49" hasCustomPrompt="1"/>
          </p:nvPr>
        </p:nvSpPr>
        <p:spPr>
          <a:xfrm>
            <a:off x="9256436" y="4356107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FE798DFE-378A-544A-82CF-D722653B9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6" name="Picture Placeholder 2">
            <a:extLst>
              <a:ext uri="{FF2B5EF4-FFF2-40B4-BE49-F238E27FC236}">
                <a16:creationId xmlns:a16="http://schemas.microsoft.com/office/drawing/2014/main" id="{FD3847D4-9C7A-E14C-8643-DF71D75E6563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55575" y="1631580"/>
            <a:ext cx="2790000" cy="27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28" name="Picture Placeholder 2">
            <a:extLst>
              <a:ext uri="{FF2B5EF4-FFF2-40B4-BE49-F238E27FC236}">
                <a16:creationId xmlns:a16="http://schemas.microsoft.com/office/drawing/2014/main" id="{5D307999-30E5-344A-873B-82842CA77684}"/>
              </a:ext>
            </a:extLst>
          </p:cNvPr>
          <p:cNvSpPr>
            <a:spLocks noGrp="1"/>
          </p:cNvSpPr>
          <p:nvPr>
            <p:ph type="pic" sz="quarter" idx="65"/>
          </p:nvPr>
        </p:nvSpPr>
        <p:spPr>
          <a:xfrm>
            <a:off x="3189195" y="1631580"/>
            <a:ext cx="2790000" cy="27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29" name="Picture Placeholder 2">
            <a:extLst>
              <a:ext uri="{FF2B5EF4-FFF2-40B4-BE49-F238E27FC236}">
                <a16:creationId xmlns:a16="http://schemas.microsoft.com/office/drawing/2014/main" id="{D7E7DFAA-DA96-BE44-9089-73A92A9E724B}"/>
              </a:ext>
            </a:extLst>
          </p:cNvPr>
          <p:cNvSpPr>
            <a:spLocks noGrp="1"/>
          </p:cNvSpPr>
          <p:nvPr>
            <p:ph type="pic" sz="quarter" idx="66"/>
          </p:nvPr>
        </p:nvSpPr>
        <p:spPr>
          <a:xfrm>
            <a:off x="6222815" y="1631580"/>
            <a:ext cx="2790000" cy="27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0" name="Picture Placeholder 2">
            <a:extLst>
              <a:ext uri="{FF2B5EF4-FFF2-40B4-BE49-F238E27FC236}">
                <a16:creationId xmlns:a16="http://schemas.microsoft.com/office/drawing/2014/main" id="{8C7D8C16-9A30-9149-95A8-6001C824A7B4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9256436" y="1631580"/>
            <a:ext cx="2790000" cy="27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257FFCF4-D153-1348-A0FE-55C058C018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017943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4x3-image-top-8-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B5746C1E-AD83-7940-A6EC-62DEF80CE03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55806" y="3480495"/>
            <a:ext cx="2789769" cy="810000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F5A22BEA-018F-C245-B7F1-8A4E7BEDE18D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3189225" y="3472600"/>
            <a:ext cx="2789769" cy="813504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3ED06626-3F9B-6945-AC97-9DFC51B86630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6222644" y="3471366"/>
            <a:ext cx="2789769" cy="810000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DC455EF8-D72B-704C-96E5-E43A5B3DCE62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9256064" y="3471366"/>
            <a:ext cx="2789769" cy="810000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4" name="Slide Number Placeholder 5">
            <a:extLst>
              <a:ext uri="{FF2B5EF4-FFF2-40B4-BE49-F238E27FC236}">
                <a16:creationId xmlns:a16="http://schemas.microsoft.com/office/drawing/2014/main" id="{91E84F47-4B8E-8A47-9277-6D4E221DE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32" name="Picture Placeholder 2">
            <a:extLst>
              <a:ext uri="{FF2B5EF4-FFF2-40B4-BE49-F238E27FC236}">
                <a16:creationId xmlns:a16="http://schemas.microsoft.com/office/drawing/2014/main" id="{C3D05617-0B7C-C344-AF55-860A35124C30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55575" y="1631579"/>
            <a:ext cx="2790000" cy="18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3" name="Picture Placeholder 2">
            <a:extLst>
              <a:ext uri="{FF2B5EF4-FFF2-40B4-BE49-F238E27FC236}">
                <a16:creationId xmlns:a16="http://schemas.microsoft.com/office/drawing/2014/main" id="{8BB04B27-A15D-7342-8454-B297838DE567}"/>
              </a:ext>
            </a:extLst>
          </p:cNvPr>
          <p:cNvSpPr>
            <a:spLocks noGrp="1"/>
          </p:cNvSpPr>
          <p:nvPr>
            <p:ph type="pic" sz="quarter" idx="65"/>
          </p:nvPr>
        </p:nvSpPr>
        <p:spPr>
          <a:xfrm>
            <a:off x="3189033" y="1631579"/>
            <a:ext cx="2790000" cy="1800000"/>
          </a:xfrm>
        </p:spPr>
        <p:txBody>
          <a:bodyPr vert="horz" lIns="0" tIns="54000" rIns="0" bIns="0" rtlCol="0">
            <a:noAutofit/>
          </a:bodyPr>
          <a:lstStyle>
            <a:lvl1pPr>
              <a:defRPr lang="en-US" dirty="0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34" name="Picture Placeholder 2">
            <a:extLst>
              <a:ext uri="{FF2B5EF4-FFF2-40B4-BE49-F238E27FC236}">
                <a16:creationId xmlns:a16="http://schemas.microsoft.com/office/drawing/2014/main" id="{25E00FA1-07FE-9E42-A02C-2F5EACC24382}"/>
              </a:ext>
            </a:extLst>
          </p:cNvPr>
          <p:cNvSpPr>
            <a:spLocks noGrp="1"/>
          </p:cNvSpPr>
          <p:nvPr>
            <p:ph type="pic" sz="quarter" idx="66"/>
          </p:nvPr>
        </p:nvSpPr>
        <p:spPr>
          <a:xfrm>
            <a:off x="6222491" y="1631579"/>
            <a:ext cx="2790000" cy="1800000"/>
          </a:xfrm>
        </p:spPr>
        <p:txBody>
          <a:bodyPr vert="horz" lIns="0" tIns="54000" rIns="0" bIns="0" rtlCol="0">
            <a:noAutofit/>
          </a:bodyPr>
          <a:lstStyle>
            <a:lvl1pPr>
              <a:defRPr lang="en-US" dirty="0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35" name="Picture Placeholder 2">
            <a:extLst>
              <a:ext uri="{FF2B5EF4-FFF2-40B4-BE49-F238E27FC236}">
                <a16:creationId xmlns:a16="http://schemas.microsoft.com/office/drawing/2014/main" id="{5D164574-81E9-D04D-AAFC-D5B33ECEF13C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9255949" y="1631579"/>
            <a:ext cx="2790000" cy="18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40" name="Text Placeholder 11">
            <a:extLst>
              <a:ext uri="{FF2B5EF4-FFF2-40B4-BE49-F238E27FC236}">
                <a16:creationId xmlns:a16="http://schemas.microsoft.com/office/drawing/2014/main" id="{917919BE-A04A-FE41-B482-63A7B7A9091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5575" y="4356742"/>
            <a:ext cx="2790000" cy="2340000"/>
          </a:xfrm>
        </p:spPr>
        <p:txBody>
          <a:bodyPr tIns="172800"/>
          <a:lstStyle>
            <a:lvl1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lang="en-US" sz="1500" b="0" i="0" kern="1200" spc="0" baseline="0" dirty="0" smtClean="0">
                <a:solidFill>
                  <a:schemeClr val="tx1"/>
                </a:solidFill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41" name="Text Placeholder 11">
            <a:extLst>
              <a:ext uri="{FF2B5EF4-FFF2-40B4-BE49-F238E27FC236}">
                <a16:creationId xmlns:a16="http://schemas.microsoft.com/office/drawing/2014/main" id="{548E8825-F2F0-DD40-9F2E-8E42EBD3FFCD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189033" y="4339411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42" name="Text Placeholder 11">
            <a:extLst>
              <a:ext uri="{FF2B5EF4-FFF2-40B4-BE49-F238E27FC236}">
                <a16:creationId xmlns:a16="http://schemas.microsoft.com/office/drawing/2014/main" id="{5F4310F0-A917-9945-8251-20855DE17332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6222491" y="4356107"/>
            <a:ext cx="2790000" cy="2341271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43" name="Text Placeholder 11">
            <a:extLst>
              <a:ext uri="{FF2B5EF4-FFF2-40B4-BE49-F238E27FC236}">
                <a16:creationId xmlns:a16="http://schemas.microsoft.com/office/drawing/2014/main" id="{CDDC61EB-3D9B-7843-94C7-FA59AEDFB848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255949" y="4339411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12C6713E-D540-4E47-8C1D-A50C756FB0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401082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3-column-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6CBE75F1-1785-D841-84FB-9DAAB8867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8" name="Picture Placeholder 2">
            <a:extLst>
              <a:ext uri="{FF2B5EF4-FFF2-40B4-BE49-F238E27FC236}">
                <a16:creationId xmlns:a16="http://schemas.microsoft.com/office/drawing/2014/main" id="{F9520093-ECB9-9D46-A396-ED8A8E57074B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55575" y="1631580"/>
            <a:ext cx="2791883" cy="506515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29" name="Picture Placeholder 2">
            <a:extLst>
              <a:ext uri="{FF2B5EF4-FFF2-40B4-BE49-F238E27FC236}">
                <a16:creationId xmlns:a16="http://schemas.microsoft.com/office/drawing/2014/main" id="{4226368F-DC29-8B46-9117-9D591E2E44D7}"/>
              </a:ext>
            </a:extLst>
          </p:cNvPr>
          <p:cNvSpPr>
            <a:spLocks noGrp="1"/>
          </p:cNvSpPr>
          <p:nvPr>
            <p:ph type="pic" sz="quarter" idx="65"/>
          </p:nvPr>
        </p:nvSpPr>
        <p:spPr>
          <a:xfrm>
            <a:off x="4692913" y="1638507"/>
            <a:ext cx="2791882" cy="505822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0" name="Picture Placeholder 2">
            <a:extLst>
              <a:ext uri="{FF2B5EF4-FFF2-40B4-BE49-F238E27FC236}">
                <a16:creationId xmlns:a16="http://schemas.microsoft.com/office/drawing/2014/main" id="{61C4054A-A7A3-6F4C-A8EB-32D3AA7ED17F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9230250" y="1638507"/>
            <a:ext cx="2806175" cy="506515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BE30899-EDCB-5C45-AD84-F1C189DB4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52333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-3-centered-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Placeholder 11"/>
          <p:cNvSpPr>
            <a:spLocks noGrp="1"/>
          </p:cNvSpPr>
          <p:nvPr>
            <p:ph type="body" sz="quarter" idx="48" hasCustomPrompt="1"/>
          </p:nvPr>
        </p:nvSpPr>
        <p:spPr>
          <a:xfrm>
            <a:off x="4698998" y="1632223"/>
            <a:ext cx="2791884" cy="5065155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Text Placeholder 11"/>
          <p:cNvSpPr>
            <a:spLocks noGrp="1"/>
          </p:cNvSpPr>
          <p:nvPr>
            <p:ph type="body" sz="quarter" idx="49" hasCustomPrompt="1"/>
          </p:nvPr>
        </p:nvSpPr>
        <p:spPr>
          <a:xfrm>
            <a:off x="9244541" y="1632222"/>
            <a:ext cx="2791884" cy="5065155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4D638F31-524A-E24B-8E5D-3D5CDAC72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1D7B5C76-01C3-4549-8746-83FC0A670767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155575" y="1632222"/>
            <a:ext cx="2789765" cy="5065155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D2D8320C-D8C2-9444-A871-2CFDCBE231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1628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3x2-image-top-3-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1"/>
          <p:cNvSpPr>
            <a:spLocks noGrp="1"/>
          </p:cNvSpPr>
          <p:nvPr>
            <p:ph type="body" sz="quarter" idx="16" hasCustomPrompt="1"/>
          </p:nvPr>
        </p:nvSpPr>
        <p:spPr>
          <a:xfrm>
            <a:off x="155575" y="4339411"/>
            <a:ext cx="2789765" cy="2357967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18" name="Text Placeholder 11"/>
          <p:cNvSpPr>
            <a:spLocks noGrp="1"/>
          </p:cNvSpPr>
          <p:nvPr>
            <p:ph type="body" sz="quarter" idx="48" hasCustomPrompt="1"/>
          </p:nvPr>
        </p:nvSpPr>
        <p:spPr>
          <a:xfrm>
            <a:off x="4695263" y="4356107"/>
            <a:ext cx="2791884" cy="2341271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23" name="Text Placeholder 11"/>
          <p:cNvSpPr>
            <a:spLocks noGrp="1"/>
          </p:cNvSpPr>
          <p:nvPr>
            <p:ph type="body" sz="quarter" idx="49" hasCustomPrompt="1"/>
          </p:nvPr>
        </p:nvSpPr>
        <p:spPr>
          <a:xfrm>
            <a:off x="9237071" y="4356107"/>
            <a:ext cx="2791884" cy="2357967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C4519F57-10A9-8347-9BFB-5A14D25BEA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EBA89591-8AC1-2C4F-BFF5-5513D38E088B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55899" y="1631581"/>
            <a:ext cx="2791883" cy="270488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7" name="Picture Placeholder 2">
            <a:extLst>
              <a:ext uri="{FF2B5EF4-FFF2-40B4-BE49-F238E27FC236}">
                <a16:creationId xmlns:a16="http://schemas.microsoft.com/office/drawing/2014/main" id="{3225A768-EC5B-0F4C-8994-F5F84CCA3543}"/>
              </a:ext>
            </a:extLst>
          </p:cNvPr>
          <p:cNvSpPr>
            <a:spLocks noGrp="1"/>
          </p:cNvSpPr>
          <p:nvPr>
            <p:ph type="pic" sz="quarter" idx="65"/>
          </p:nvPr>
        </p:nvSpPr>
        <p:spPr>
          <a:xfrm>
            <a:off x="4692913" y="1638507"/>
            <a:ext cx="2791882" cy="270118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9" name="Picture Placeholder 2">
            <a:extLst>
              <a:ext uri="{FF2B5EF4-FFF2-40B4-BE49-F238E27FC236}">
                <a16:creationId xmlns:a16="http://schemas.microsoft.com/office/drawing/2014/main" id="{36000D9C-6175-E942-B8CE-3401B8A234E1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9229926" y="1631581"/>
            <a:ext cx="2806175" cy="270488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7840B523-1D23-234E-8173-11F08589C8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900734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3x2-image-top-6-body-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lide Number Placeholder 5">
            <a:extLst>
              <a:ext uri="{FF2B5EF4-FFF2-40B4-BE49-F238E27FC236}">
                <a16:creationId xmlns:a16="http://schemas.microsoft.com/office/drawing/2014/main" id="{11DB0A94-CD0C-4A43-B61D-A105C7FC4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36" name="Picture Placeholder 2">
            <a:extLst>
              <a:ext uri="{FF2B5EF4-FFF2-40B4-BE49-F238E27FC236}">
                <a16:creationId xmlns:a16="http://schemas.microsoft.com/office/drawing/2014/main" id="{432CE023-FD38-AD4C-8D06-83F5DDE11BF7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55899" y="1631581"/>
            <a:ext cx="2790000" cy="18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7" name="Picture Placeholder 2">
            <a:extLst>
              <a:ext uri="{FF2B5EF4-FFF2-40B4-BE49-F238E27FC236}">
                <a16:creationId xmlns:a16="http://schemas.microsoft.com/office/drawing/2014/main" id="{8D7B4F55-A584-7E43-A148-15B61D283CE8}"/>
              </a:ext>
            </a:extLst>
          </p:cNvPr>
          <p:cNvSpPr>
            <a:spLocks noGrp="1"/>
          </p:cNvSpPr>
          <p:nvPr>
            <p:ph type="pic" sz="quarter" idx="65"/>
          </p:nvPr>
        </p:nvSpPr>
        <p:spPr>
          <a:xfrm>
            <a:off x="4697836" y="1638506"/>
            <a:ext cx="2790000" cy="18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8" name="Picture Placeholder 2">
            <a:extLst>
              <a:ext uri="{FF2B5EF4-FFF2-40B4-BE49-F238E27FC236}">
                <a16:creationId xmlns:a16="http://schemas.microsoft.com/office/drawing/2014/main" id="{D5CA33EC-0FEA-7D41-8F69-152C5B4D0682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9239774" y="1631582"/>
            <a:ext cx="2790000" cy="18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9" name="Text Placeholder 11">
            <a:extLst>
              <a:ext uri="{FF2B5EF4-FFF2-40B4-BE49-F238E27FC236}">
                <a16:creationId xmlns:a16="http://schemas.microsoft.com/office/drawing/2014/main" id="{C77739F6-BF63-B342-B66B-86B5EC8AA05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67283" y="3477132"/>
            <a:ext cx="2789769" cy="810000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0" name="Text Placeholder 11">
            <a:extLst>
              <a:ext uri="{FF2B5EF4-FFF2-40B4-BE49-F238E27FC236}">
                <a16:creationId xmlns:a16="http://schemas.microsoft.com/office/drawing/2014/main" id="{3BA243B4-4DCB-CC42-9431-35C549EB2B3F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9256588" y="3477132"/>
            <a:ext cx="2789769" cy="810000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1" name="Text Placeholder 11">
            <a:extLst>
              <a:ext uri="{FF2B5EF4-FFF2-40B4-BE49-F238E27FC236}">
                <a16:creationId xmlns:a16="http://schemas.microsoft.com/office/drawing/2014/main" id="{7345EA32-3876-F946-96F6-F1ABEE39981E}"/>
              </a:ext>
            </a:extLst>
          </p:cNvPr>
          <p:cNvSpPr>
            <a:spLocks noGrp="1"/>
          </p:cNvSpPr>
          <p:nvPr>
            <p:ph type="body" sz="quarter" idx="69"/>
          </p:nvPr>
        </p:nvSpPr>
        <p:spPr>
          <a:xfrm>
            <a:off x="4711935" y="3477132"/>
            <a:ext cx="2789769" cy="810000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2" name="Text Placeholder 11">
            <a:extLst>
              <a:ext uri="{FF2B5EF4-FFF2-40B4-BE49-F238E27FC236}">
                <a16:creationId xmlns:a16="http://schemas.microsoft.com/office/drawing/2014/main" id="{0419AA9F-2E0F-BE46-8297-F4D2B3F7D3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67283" y="4356107"/>
            <a:ext cx="2789765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43" name="Text Placeholder 11">
            <a:extLst>
              <a:ext uri="{FF2B5EF4-FFF2-40B4-BE49-F238E27FC236}">
                <a16:creationId xmlns:a16="http://schemas.microsoft.com/office/drawing/2014/main" id="{E674D671-0F7F-414C-B1C4-8A6636F585AC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711289" y="4356107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44" name="Text Placeholder 11">
            <a:extLst>
              <a:ext uri="{FF2B5EF4-FFF2-40B4-BE49-F238E27FC236}">
                <a16:creationId xmlns:a16="http://schemas.microsoft.com/office/drawing/2014/main" id="{2E4686CA-3A8D-614D-B4C2-818A2D4E157A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255530" y="4356107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5FF62C15-9C23-D449-8049-662F09BE2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29917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3-column-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lide Number Placeholder 5">
            <a:extLst>
              <a:ext uri="{FF2B5EF4-FFF2-40B4-BE49-F238E27FC236}">
                <a16:creationId xmlns:a16="http://schemas.microsoft.com/office/drawing/2014/main" id="{DFD9A66A-1E8B-9241-AEC0-BD26ABD48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50" name="Picture Placeholder 2">
            <a:extLst>
              <a:ext uri="{FF2B5EF4-FFF2-40B4-BE49-F238E27FC236}">
                <a16:creationId xmlns:a16="http://schemas.microsoft.com/office/drawing/2014/main" id="{8646DDBF-F5B5-7340-9433-052C7389FF52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759495" y="1631581"/>
            <a:ext cx="2791883" cy="506515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51" name="Picture Placeholder 2">
            <a:extLst>
              <a:ext uri="{FF2B5EF4-FFF2-40B4-BE49-F238E27FC236}">
                <a16:creationId xmlns:a16="http://schemas.microsoft.com/office/drawing/2014/main" id="{3E20895B-1B95-8948-858C-5E463D68D972}"/>
              </a:ext>
            </a:extLst>
          </p:cNvPr>
          <p:cNvSpPr>
            <a:spLocks noGrp="1"/>
          </p:cNvSpPr>
          <p:nvPr>
            <p:ph type="pic" sz="quarter" idx="65"/>
          </p:nvPr>
        </p:nvSpPr>
        <p:spPr>
          <a:xfrm>
            <a:off x="4710349" y="1638507"/>
            <a:ext cx="2791882" cy="505822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52" name="Picture Placeholder 2">
            <a:extLst>
              <a:ext uri="{FF2B5EF4-FFF2-40B4-BE49-F238E27FC236}">
                <a16:creationId xmlns:a16="http://schemas.microsoft.com/office/drawing/2014/main" id="{B42464EE-75B6-AD42-9314-C6FE2DF8A1F1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7657004" y="1631581"/>
            <a:ext cx="2806175" cy="506515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D4B30331-D06E-D141-8DBD-8E7E7D776D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354080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6607" userDrawn="1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-3-centered-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911819DC-84D8-244D-9A74-4167231057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5" name="Text Placeholder 11">
            <a:extLst>
              <a:ext uri="{FF2B5EF4-FFF2-40B4-BE49-F238E27FC236}">
                <a16:creationId xmlns:a16="http://schemas.microsoft.com/office/drawing/2014/main" id="{1EAB9122-2793-E646-B63A-8AC3A875E34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4710347" y="1626407"/>
            <a:ext cx="2791884" cy="5073382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7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7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57A0074D-971D-744D-82F2-D3987104ECF9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754149" y="1631581"/>
            <a:ext cx="2791884" cy="5068209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7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7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 dirty="0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 dirty="0"/>
              <a:t>Second level</a:t>
            </a:r>
          </a:p>
        </p:txBody>
      </p:sp>
      <p:sp>
        <p:nvSpPr>
          <p:cNvPr id="29" name="Text Placeholder 11">
            <a:extLst>
              <a:ext uri="{FF2B5EF4-FFF2-40B4-BE49-F238E27FC236}">
                <a16:creationId xmlns:a16="http://schemas.microsoft.com/office/drawing/2014/main" id="{170C7A04-4881-5D47-B884-C4EDD8C8903B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7651777" y="1631581"/>
            <a:ext cx="2811402" cy="5065797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7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7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E953A0E-9114-C84B-9322-3662CE4749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26524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6607" userDrawn="1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3x2-image-top-6-body-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C073C151-DA6F-5449-BD29-9BC5BF63B1F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4710347" y="4337001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B1B7E5D1-804D-2642-A5BA-478221167EDB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4712462" y="3478183"/>
            <a:ext cx="2789769" cy="810000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19385810-928D-784F-88C0-3F5A9A81B395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757521" y="3478183"/>
            <a:ext cx="2789769" cy="810000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0E8D519B-305F-904E-89FF-0E4CA5F2CA83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754149" y="4339412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345C1924-BB6A-2B43-8A73-AFF95FBA25CF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7653893" y="3478183"/>
            <a:ext cx="2804059" cy="810000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85FA13C1-8C7E-9443-A348-D5866B88C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5" name="Picture Placeholder 2">
            <a:extLst>
              <a:ext uri="{FF2B5EF4-FFF2-40B4-BE49-F238E27FC236}">
                <a16:creationId xmlns:a16="http://schemas.microsoft.com/office/drawing/2014/main" id="{84B3CAA7-3702-B042-8249-361377F1F9C3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759495" y="1631581"/>
            <a:ext cx="2790000" cy="18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29" name="Picture Placeholder 2">
            <a:extLst>
              <a:ext uri="{FF2B5EF4-FFF2-40B4-BE49-F238E27FC236}">
                <a16:creationId xmlns:a16="http://schemas.microsoft.com/office/drawing/2014/main" id="{95D0672D-38D7-9445-A5AF-26A81FCFE915}"/>
              </a:ext>
            </a:extLst>
          </p:cNvPr>
          <p:cNvSpPr>
            <a:spLocks noGrp="1"/>
          </p:cNvSpPr>
          <p:nvPr>
            <p:ph type="pic" sz="quarter" idx="65"/>
          </p:nvPr>
        </p:nvSpPr>
        <p:spPr>
          <a:xfrm>
            <a:off x="4710349" y="1638508"/>
            <a:ext cx="2790000" cy="18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0" name="Picture Placeholder 2">
            <a:extLst>
              <a:ext uri="{FF2B5EF4-FFF2-40B4-BE49-F238E27FC236}">
                <a16:creationId xmlns:a16="http://schemas.microsoft.com/office/drawing/2014/main" id="{42A36F46-26DF-3F48-B1B8-E65FD67EAF4B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7657004" y="1631582"/>
            <a:ext cx="2790000" cy="18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4" name="Text Placeholder 11">
            <a:extLst>
              <a:ext uri="{FF2B5EF4-FFF2-40B4-BE49-F238E27FC236}">
                <a16:creationId xmlns:a16="http://schemas.microsoft.com/office/drawing/2014/main" id="{7A9823E3-63C7-FD43-8783-5AD158F49FA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7651777" y="4341512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4964B212-DC33-FB43-8A4A-2782A4DD6C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85299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4-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CDF2014B-C9F5-E548-8737-4CF425177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5" name="Picture Placeholder 2">
            <a:extLst>
              <a:ext uri="{FF2B5EF4-FFF2-40B4-BE49-F238E27FC236}">
                <a16:creationId xmlns:a16="http://schemas.microsoft.com/office/drawing/2014/main" id="{F53C115A-7DAE-9045-9A67-0AF91538A2CC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55575" y="1631581"/>
            <a:ext cx="5837507" cy="247086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26" name="Picture Placeholder 2">
            <a:extLst>
              <a:ext uri="{FF2B5EF4-FFF2-40B4-BE49-F238E27FC236}">
                <a16:creationId xmlns:a16="http://schemas.microsoft.com/office/drawing/2014/main" id="{64AD4382-041B-6D4A-A94C-8E0C70D8FD58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6198919" y="1631581"/>
            <a:ext cx="5839625" cy="247086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9AFF0C70-03FB-B24B-981A-11C4BE970E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1B5DAF23-2163-EC87-E4B0-60CEFCEA0621}"/>
              </a:ext>
            </a:extLst>
          </p:cNvPr>
          <p:cNvSpPr>
            <a:spLocks noGrp="1"/>
          </p:cNvSpPr>
          <p:nvPr>
            <p:ph type="pic" sz="quarter" idx="69"/>
          </p:nvPr>
        </p:nvSpPr>
        <p:spPr>
          <a:xfrm>
            <a:off x="155575" y="4225873"/>
            <a:ext cx="5837507" cy="247086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4B14E6-DF37-2423-7CB6-F6CD6E6E7612}"/>
              </a:ext>
            </a:extLst>
          </p:cNvPr>
          <p:cNvSpPr>
            <a:spLocks noGrp="1"/>
          </p:cNvSpPr>
          <p:nvPr>
            <p:ph type="pic" sz="quarter" idx="70"/>
          </p:nvPr>
        </p:nvSpPr>
        <p:spPr>
          <a:xfrm>
            <a:off x="6196800" y="4219937"/>
            <a:ext cx="5839625" cy="247086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8190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2x2-image-top-2-body-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1"/>
          <p:cNvSpPr>
            <a:spLocks noGrp="1"/>
          </p:cNvSpPr>
          <p:nvPr>
            <p:ph type="body" sz="quarter" idx="16" hasCustomPrompt="1"/>
          </p:nvPr>
        </p:nvSpPr>
        <p:spPr>
          <a:xfrm>
            <a:off x="148168" y="4357838"/>
            <a:ext cx="5326124" cy="2357967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23" name="Text Placeholder 11"/>
          <p:cNvSpPr>
            <a:spLocks noGrp="1"/>
          </p:cNvSpPr>
          <p:nvPr>
            <p:ph type="body" sz="quarter" idx="49" hasCustomPrompt="1"/>
          </p:nvPr>
        </p:nvSpPr>
        <p:spPr>
          <a:xfrm>
            <a:off x="6717709" y="4339411"/>
            <a:ext cx="5328240" cy="2357967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A36D4FDB-F2C0-A14F-B672-A39ECF4F4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2305A346-92F7-794B-BEAC-7C0DF20ADA4A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55575" y="1631581"/>
            <a:ext cx="5326123" cy="270488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2A946BF5-6ABE-4040-9B1A-AB38D4B59263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6710304" y="1631581"/>
            <a:ext cx="5328240" cy="270488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EC6BB4C-35A7-214A-BDCB-1CF92E175C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62789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2x2-image-top-4-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66BDA99B-DEEF-EC46-A5A7-2EAC19F97A2D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55575" y="3493453"/>
            <a:ext cx="2789769" cy="810000"/>
          </a:xfrm>
        </p:spPr>
        <p:txBody>
          <a:bodyPr tIns="151200"/>
          <a:lstStyle>
            <a:lvl1pPr marL="0" indent="0">
              <a:buFont typeface="Lucida Grande"/>
              <a:buNone/>
              <a:defRPr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96660B9E-7378-B14B-BC75-E0CA8AAAA81A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9255949" y="3479027"/>
            <a:ext cx="2789769" cy="810000"/>
          </a:xfrm>
        </p:spPr>
        <p:txBody>
          <a:bodyPr tIns="151200"/>
          <a:lstStyle>
            <a:lvl1pPr marL="0" indent="0">
              <a:buFont typeface="Lucida Grande"/>
              <a:buNone/>
              <a:defRPr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37166051-4F32-6A42-BB0B-1EAEBE310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9" name="Picture Placeholder 2">
            <a:extLst>
              <a:ext uri="{FF2B5EF4-FFF2-40B4-BE49-F238E27FC236}">
                <a16:creationId xmlns:a16="http://schemas.microsoft.com/office/drawing/2014/main" id="{1CA79D0B-B16F-CA4A-9CCA-69A428984259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55575" y="1631581"/>
            <a:ext cx="2790000" cy="18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21" name="Picture Placeholder 2">
            <a:extLst>
              <a:ext uri="{FF2B5EF4-FFF2-40B4-BE49-F238E27FC236}">
                <a16:creationId xmlns:a16="http://schemas.microsoft.com/office/drawing/2014/main" id="{8788FCCC-9839-0B4E-A52D-0F570FDCD2F9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9255949" y="1631581"/>
            <a:ext cx="2790000" cy="18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29" name="Text Placeholder 11">
            <a:extLst>
              <a:ext uri="{FF2B5EF4-FFF2-40B4-BE49-F238E27FC236}">
                <a16:creationId xmlns:a16="http://schemas.microsoft.com/office/drawing/2014/main" id="{A9076C1B-234E-6F47-9BF7-8D299FD4FE9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5575" y="4343199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30" name="Text Placeholder 11">
            <a:extLst>
              <a:ext uri="{FF2B5EF4-FFF2-40B4-BE49-F238E27FC236}">
                <a16:creationId xmlns:a16="http://schemas.microsoft.com/office/drawing/2014/main" id="{39E9897D-0413-6A43-B506-C332AF370D69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255949" y="4343200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59890411-D80C-9849-9B82-33714C6F67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8670652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2x2-image-top-2-body-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1"/>
          <p:cNvSpPr>
            <a:spLocks noGrp="1"/>
          </p:cNvSpPr>
          <p:nvPr>
            <p:ph type="body" sz="quarter" idx="47" hasCustomPrompt="1"/>
          </p:nvPr>
        </p:nvSpPr>
        <p:spPr>
          <a:xfrm>
            <a:off x="3230034" y="4339411"/>
            <a:ext cx="2791884" cy="2357967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18" name="Text Placeholder 11"/>
          <p:cNvSpPr>
            <a:spLocks noGrp="1"/>
          </p:cNvSpPr>
          <p:nvPr>
            <p:ph type="body" sz="quarter" idx="48" hasCustomPrompt="1"/>
          </p:nvPr>
        </p:nvSpPr>
        <p:spPr>
          <a:xfrm>
            <a:off x="6172201" y="4356107"/>
            <a:ext cx="2791884" cy="2341271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A2C42A21-2C44-E44D-9282-765586599E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4" name="Picture Placeholder 2">
            <a:extLst>
              <a:ext uri="{FF2B5EF4-FFF2-40B4-BE49-F238E27FC236}">
                <a16:creationId xmlns:a16="http://schemas.microsoft.com/office/drawing/2014/main" id="{DB9A9875-667B-4841-8698-DC5411A53382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3230034" y="1629919"/>
            <a:ext cx="2791883" cy="270488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25" name="Picture Placeholder 2">
            <a:extLst>
              <a:ext uri="{FF2B5EF4-FFF2-40B4-BE49-F238E27FC236}">
                <a16:creationId xmlns:a16="http://schemas.microsoft.com/office/drawing/2014/main" id="{0A177D81-EFCD-9B44-BF7C-A006FD471C47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6170084" y="1632454"/>
            <a:ext cx="2806175" cy="270488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CE9F209D-EEEF-2849-B2C3-15E283223D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54708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centered-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 userDrawn="1"/>
        </p:nvCxnSpPr>
        <p:spPr>
          <a:xfrm>
            <a:off x="287865" y="1618745"/>
            <a:ext cx="11616000" cy="0"/>
          </a:xfrm>
          <a:prstGeom prst="line">
            <a:avLst/>
          </a:prstGeom>
          <a:ln w="6350" cap="sq" cmpd="sng">
            <a:solidFill>
              <a:schemeClr val="tx1"/>
            </a:solidFill>
            <a:rou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287865" y="1618746"/>
            <a:ext cx="11616000" cy="3624239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buFontTx/>
              <a:buNone/>
              <a:defRPr sz="30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11400" indent="0" algn="ctr">
              <a:lnSpc>
                <a:spcPct val="100000"/>
              </a:lnSpc>
              <a:spcBef>
                <a:spcPts val="1467"/>
              </a:spcBef>
              <a:buFontTx/>
              <a:buNone/>
              <a:defRPr sz="1467">
                <a:solidFill>
                  <a:schemeClr val="tx1"/>
                </a:solidFill>
                <a:latin typeface="Aptos" charset="0"/>
                <a:ea typeface="Aptos" charset="0"/>
                <a:cs typeface="Aptos" charset="0"/>
              </a:defRPr>
            </a:lvl2pPr>
            <a:lvl3pPr marL="11400" indent="0" algn="ctr">
              <a:lnSpc>
                <a:spcPct val="100000"/>
              </a:lnSpc>
              <a:spcBef>
                <a:spcPts val="1467"/>
              </a:spcBef>
              <a:buFontTx/>
              <a:buNone/>
              <a:defRPr sz="1467">
                <a:solidFill>
                  <a:schemeClr val="tx1"/>
                </a:solidFill>
                <a:latin typeface="Aptos" charset="0"/>
                <a:ea typeface="Aptos" charset="0"/>
                <a:cs typeface="Aptos" charset="0"/>
              </a:defRPr>
            </a:lvl3pPr>
            <a:lvl4pPr marL="11400" indent="0" algn="ctr">
              <a:lnSpc>
                <a:spcPct val="100000"/>
              </a:lnSpc>
              <a:spcBef>
                <a:spcPts val="1467"/>
              </a:spcBef>
              <a:buFontTx/>
              <a:buNone/>
              <a:defRPr sz="1467">
                <a:solidFill>
                  <a:schemeClr val="tx1"/>
                </a:solidFill>
                <a:latin typeface="Aptos" charset="0"/>
                <a:ea typeface="Aptos" charset="0"/>
                <a:cs typeface="Aptos" charset="0"/>
              </a:defRPr>
            </a:lvl4pPr>
            <a:lvl5pPr marL="11400" indent="0" algn="ctr">
              <a:lnSpc>
                <a:spcPct val="100000"/>
              </a:lnSpc>
              <a:spcBef>
                <a:spcPts val="1467"/>
              </a:spcBef>
              <a:buFontTx/>
              <a:buNone/>
              <a:defRPr sz="1467" baseline="0">
                <a:solidFill>
                  <a:schemeClr val="tx1"/>
                </a:solidFill>
                <a:latin typeface="Aptos" charset="0"/>
                <a:ea typeface="Aptos" charset="0"/>
                <a:cs typeface="Aptos" charset="0"/>
              </a:defRPr>
            </a:lvl5pPr>
            <a:lvl6pPr marL="239994" indent="-228594" algn="ctr">
              <a:lnSpc>
                <a:spcPct val="100000"/>
              </a:lnSpc>
              <a:spcBef>
                <a:spcPts val="1467"/>
              </a:spcBef>
              <a:buFont typeface="Lucida Grande"/>
              <a:buChar char="-"/>
              <a:defRPr sz="1467">
                <a:solidFill>
                  <a:schemeClr val="tx1"/>
                </a:solidFill>
                <a:latin typeface="+mn-lt"/>
              </a:defRPr>
            </a:lvl6pPr>
            <a:lvl7pPr marL="239994" indent="-228594" algn="ctr">
              <a:lnSpc>
                <a:spcPct val="100000"/>
              </a:lnSpc>
              <a:spcBef>
                <a:spcPts val="1467"/>
              </a:spcBef>
              <a:buFont typeface="Lucida Grande"/>
              <a:buChar char="-"/>
              <a:defRPr sz="1467">
                <a:solidFill>
                  <a:schemeClr val="tx1"/>
                </a:solidFill>
                <a:latin typeface="+mn-lt"/>
              </a:defRPr>
            </a:lvl7pPr>
            <a:lvl8pPr marL="239994" indent="-228594" algn="ctr">
              <a:lnSpc>
                <a:spcPct val="100000"/>
              </a:lnSpc>
              <a:spcBef>
                <a:spcPts val="1467"/>
              </a:spcBef>
              <a:buFont typeface="Lucida Grande"/>
              <a:buChar char="-"/>
              <a:defRPr sz="1467" baseline="0">
                <a:solidFill>
                  <a:schemeClr val="tx1"/>
                </a:solidFill>
                <a:latin typeface="+mn-lt"/>
              </a:defRPr>
            </a:lvl8pPr>
            <a:lvl9pPr marL="239994" indent="-228594" algn="ctr">
              <a:lnSpc>
                <a:spcPct val="100000"/>
              </a:lnSpc>
              <a:spcBef>
                <a:spcPts val="1467"/>
              </a:spcBef>
              <a:buFont typeface="Lucida Grande"/>
              <a:buChar char="-"/>
              <a:defRPr sz="1467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1EDDDBB-60B4-4A48-B498-8A04C232CD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7D038A1-5161-0F4E-9DFE-C23FFFE7E7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287562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-4-pers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11">
            <a:extLst>
              <a:ext uri="{FF2B5EF4-FFF2-40B4-BE49-F238E27FC236}">
                <a16:creationId xmlns:a16="http://schemas.microsoft.com/office/drawing/2014/main" id="{FDAE393E-333B-204F-B398-EBEAEC82112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0522184" y="2944208"/>
            <a:ext cx="1523765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 hasCustomPrompt="1"/>
          </p:nvPr>
        </p:nvSpPr>
        <p:spPr>
          <a:xfrm>
            <a:off x="3691790" y="2091719"/>
            <a:ext cx="1523765" cy="533147"/>
          </a:xfrm>
        </p:spPr>
        <p:txBody>
          <a:bodyPr lIns="0" tIns="64800"/>
          <a:lstStyle>
            <a:lvl1pPr marL="0" indent="0">
              <a:buFont typeface="Lucida Grande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500" b="1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0" indent="0">
              <a:buFont typeface="Lucida Grande"/>
              <a:buNone/>
              <a:defRPr sz="1467"/>
            </a:lvl3pPr>
            <a:lvl4pPr marL="0" indent="0">
              <a:buFont typeface="Lucida Grande"/>
              <a:buNone/>
              <a:defRPr sz="1467"/>
            </a:lvl4pPr>
            <a:lvl5pPr marL="0" indent="0">
              <a:buFont typeface="Lucida Grande"/>
              <a:buNone/>
              <a:defRPr sz="1467" baseline="0"/>
            </a:lvl5pPr>
            <a:lvl6pPr marL="0" indent="0">
              <a:buFont typeface="Lucida Grande"/>
              <a:buNone/>
              <a:defRPr sz="1467"/>
            </a:lvl6pPr>
            <a:lvl7pPr marL="0" indent="0">
              <a:buFont typeface="Lucida Grande"/>
              <a:buNone/>
              <a:defRPr sz="1467"/>
            </a:lvl7pPr>
            <a:lvl8pPr marL="0" indent="0">
              <a:buFont typeface="Lucida Grande"/>
              <a:buNone/>
              <a:defRPr sz="1467"/>
            </a:lvl8pPr>
            <a:lvl9pPr marL="0" indent="0">
              <a:buFont typeface="Lucida Grande"/>
              <a:buNone/>
              <a:defRPr sz="1467">
                <a:latin typeface="+mn-lt"/>
              </a:defRPr>
            </a:lvl9pPr>
          </a:lstStyle>
          <a:p>
            <a:pPr lvl="1"/>
            <a:r>
              <a:rPr lang="en-AU"/>
              <a:t>Full name </a:t>
            </a:r>
          </a:p>
          <a:p>
            <a:pPr lvl="0"/>
            <a:r>
              <a:rPr lang="en-AU"/>
              <a:t>Job Position</a:t>
            </a:r>
          </a:p>
          <a:p>
            <a:pPr lvl="0"/>
            <a:endParaRPr lang="en-US"/>
          </a:p>
        </p:txBody>
      </p:sp>
      <p:sp>
        <p:nvSpPr>
          <p:cNvPr id="10" name="Text Placeholder 11"/>
          <p:cNvSpPr>
            <a:spLocks noGrp="1"/>
          </p:cNvSpPr>
          <p:nvPr>
            <p:ph type="body" sz="quarter" idx="17" hasCustomPrompt="1"/>
          </p:nvPr>
        </p:nvSpPr>
        <p:spPr>
          <a:xfrm>
            <a:off x="3691790" y="2944207"/>
            <a:ext cx="1523765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0B13A637-EB0D-AA43-8A32-CFD5450CC65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2014" y="1672834"/>
            <a:ext cx="2793600" cy="4857279"/>
          </a:xfrm>
        </p:spPr>
        <p:txBody>
          <a:bodyPr/>
          <a:lstStyle>
            <a:lvl1pPr marL="0" indent="0">
              <a:buNone/>
              <a:defRPr sz="1700" b="0" i="0"/>
            </a:lvl1pPr>
            <a:lvl2pPr>
              <a:defRPr sz="1700" b="0" i="0"/>
            </a:lvl2pPr>
            <a:lvl3pPr>
              <a:defRPr b="0" i="0"/>
            </a:lvl3pPr>
            <a:lvl4pPr>
              <a:defRPr b="0" i="0"/>
            </a:lvl4pPr>
            <a:lvl5pPr>
              <a:defRPr b="0" i="0">
                <a:latin typeface="Apto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C18F41D-25DA-F847-84DC-7A247C8CE9E0}"/>
              </a:ext>
            </a:extLst>
          </p:cNvPr>
          <p:cNvCxnSpPr>
            <a:cxnSpLocks/>
          </p:cNvCxnSpPr>
          <p:nvPr userDrawn="1"/>
        </p:nvCxnSpPr>
        <p:spPr>
          <a:xfrm>
            <a:off x="3661511" y="1913060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ED4CC67-55E4-5C4E-8EBA-5C46E8AFA158}"/>
              </a:ext>
            </a:extLst>
          </p:cNvPr>
          <p:cNvCxnSpPr>
            <a:cxnSpLocks/>
          </p:cNvCxnSpPr>
          <p:nvPr userDrawn="1"/>
        </p:nvCxnSpPr>
        <p:spPr>
          <a:xfrm>
            <a:off x="8233021" y="1913060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1FD85D3-58E9-EE46-B5A8-D78E130C968A}"/>
              </a:ext>
            </a:extLst>
          </p:cNvPr>
          <p:cNvCxnSpPr>
            <a:cxnSpLocks/>
          </p:cNvCxnSpPr>
          <p:nvPr userDrawn="1"/>
        </p:nvCxnSpPr>
        <p:spPr>
          <a:xfrm>
            <a:off x="10518777" y="1913061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9EC06AE-FCAF-3847-80C8-D7CE6A001A1E}"/>
              </a:ext>
            </a:extLst>
          </p:cNvPr>
          <p:cNvCxnSpPr>
            <a:cxnSpLocks/>
          </p:cNvCxnSpPr>
          <p:nvPr userDrawn="1"/>
        </p:nvCxnSpPr>
        <p:spPr>
          <a:xfrm>
            <a:off x="3661511" y="2784536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8EBDCC3-4D0F-6A48-849B-0AC1455EAF04}"/>
              </a:ext>
            </a:extLst>
          </p:cNvPr>
          <p:cNvCxnSpPr>
            <a:cxnSpLocks/>
          </p:cNvCxnSpPr>
          <p:nvPr userDrawn="1"/>
        </p:nvCxnSpPr>
        <p:spPr>
          <a:xfrm>
            <a:off x="5944652" y="2784536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E0EFC9-F968-6541-B274-51A3408E033C}"/>
              </a:ext>
            </a:extLst>
          </p:cNvPr>
          <p:cNvCxnSpPr>
            <a:cxnSpLocks/>
          </p:cNvCxnSpPr>
          <p:nvPr userDrawn="1"/>
        </p:nvCxnSpPr>
        <p:spPr>
          <a:xfrm>
            <a:off x="8227793" y="2784536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1C3DDA3-EE08-5646-9A0D-E06CC46C7D45}"/>
              </a:ext>
            </a:extLst>
          </p:cNvPr>
          <p:cNvCxnSpPr>
            <a:cxnSpLocks/>
          </p:cNvCxnSpPr>
          <p:nvPr userDrawn="1"/>
        </p:nvCxnSpPr>
        <p:spPr>
          <a:xfrm>
            <a:off x="10510933" y="2784537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A60169F-80B8-9246-A7FB-C5731AB40B85}"/>
              </a:ext>
            </a:extLst>
          </p:cNvPr>
          <p:cNvCxnSpPr>
            <a:cxnSpLocks/>
          </p:cNvCxnSpPr>
          <p:nvPr userDrawn="1"/>
        </p:nvCxnSpPr>
        <p:spPr>
          <a:xfrm>
            <a:off x="5947266" y="1913060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710178C2-C2B9-8F4E-8D05-2724E8033EF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968588" y="2090499"/>
            <a:ext cx="1523765" cy="533147"/>
          </a:xfrm>
        </p:spPr>
        <p:txBody>
          <a:bodyPr lIns="0" tIns="64800"/>
          <a:lstStyle>
            <a:lvl1pPr marL="0" indent="0">
              <a:buFont typeface="Lucida Grande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500" b="1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0" indent="0">
              <a:buFont typeface="Lucida Grande"/>
              <a:buNone/>
              <a:defRPr sz="1467"/>
            </a:lvl3pPr>
            <a:lvl4pPr marL="0" indent="0">
              <a:buFont typeface="Lucida Grande"/>
              <a:buNone/>
              <a:defRPr sz="1467"/>
            </a:lvl4pPr>
            <a:lvl5pPr marL="0" indent="0">
              <a:buFont typeface="Lucida Grande"/>
              <a:buNone/>
              <a:defRPr sz="1467" baseline="0"/>
            </a:lvl5pPr>
            <a:lvl6pPr marL="0" indent="0">
              <a:buFont typeface="Lucida Grande"/>
              <a:buNone/>
              <a:defRPr sz="1467"/>
            </a:lvl6pPr>
            <a:lvl7pPr marL="0" indent="0">
              <a:buFont typeface="Lucida Grande"/>
              <a:buNone/>
              <a:defRPr sz="1467"/>
            </a:lvl7pPr>
            <a:lvl8pPr marL="0" indent="0">
              <a:buFont typeface="Lucida Grande"/>
              <a:buNone/>
              <a:defRPr sz="1467"/>
            </a:lvl8pPr>
            <a:lvl9pPr marL="0" indent="0">
              <a:buFont typeface="Lucida Grande"/>
              <a:buNone/>
              <a:defRPr sz="1467">
                <a:latin typeface="+mn-lt"/>
              </a:defRPr>
            </a:lvl9pPr>
          </a:lstStyle>
          <a:p>
            <a:pPr lvl="1"/>
            <a:r>
              <a:rPr lang="en-AU"/>
              <a:t>Full name </a:t>
            </a:r>
          </a:p>
          <a:p>
            <a:pPr lvl="0"/>
            <a:r>
              <a:rPr lang="en-AU"/>
              <a:t>Job Position</a:t>
            </a:r>
          </a:p>
          <a:p>
            <a:pPr lvl="0"/>
            <a:endParaRPr lang="en-US"/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FD90B260-BE6E-704F-B95D-16A6205CEE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245386" y="2090498"/>
            <a:ext cx="1523765" cy="533147"/>
          </a:xfrm>
        </p:spPr>
        <p:txBody>
          <a:bodyPr lIns="0" tIns="64800"/>
          <a:lstStyle>
            <a:lvl1pPr marL="0" indent="0">
              <a:buFont typeface="Lucida Grande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500" b="1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0" indent="0">
              <a:buFont typeface="Lucida Grande"/>
              <a:buNone/>
              <a:defRPr sz="1467"/>
            </a:lvl3pPr>
            <a:lvl4pPr marL="0" indent="0">
              <a:buFont typeface="Lucida Grande"/>
              <a:buNone/>
              <a:defRPr sz="1467"/>
            </a:lvl4pPr>
            <a:lvl5pPr marL="0" indent="0">
              <a:buFont typeface="Lucida Grande"/>
              <a:buNone/>
              <a:defRPr sz="1467" baseline="0"/>
            </a:lvl5pPr>
            <a:lvl6pPr marL="0" indent="0">
              <a:buFont typeface="Lucida Grande"/>
              <a:buNone/>
              <a:defRPr sz="1467"/>
            </a:lvl6pPr>
            <a:lvl7pPr marL="0" indent="0">
              <a:buFont typeface="Lucida Grande"/>
              <a:buNone/>
              <a:defRPr sz="1467"/>
            </a:lvl7pPr>
            <a:lvl8pPr marL="0" indent="0">
              <a:buFont typeface="Lucida Grande"/>
              <a:buNone/>
              <a:defRPr sz="1467"/>
            </a:lvl8pPr>
            <a:lvl9pPr marL="0" indent="0">
              <a:buFont typeface="Lucida Grande"/>
              <a:buNone/>
              <a:defRPr sz="1467">
                <a:latin typeface="+mn-lt"/>
              </a:defRPr>
            </a:lvl9pPr>
          </a:lstStyle>
          <a:p>
            <a:pPr lvl="1"/>
            <a:r>
              <a:rPr lang="en-AU"/>
              <a:t>Full name </a:t>
            </a:r>
          </a:p>
          <a:p>
            <a:pPr lvl="0"/>
            <a:r>
              <a:rPr lang="en-AU"/>
              <a:t>Job Position</a:t>
            </a:r>
          </a:p>
          <a:p>
            <a:pPr lvl="0"/>
            <a:endParaRPr lang="en-US"/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EDAC7D7D-CF65-4A4A-A552-822FE7AB07F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0522184" y="2090498"/>
            <a:ext cx="1523765" cy="533147"/>
          </a:xfrm>
        </p:spPr>
        <p:txBody>
          <a:bodyPr lIns="0" tIns="64800"/>
          <a:lstStyle>
            <a:lvl1pPr marL="0" indent="0">
              <a:buFont typeface="Lucida Grande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500" b="1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0" indent="0">
              <a:buFont typeface="Lucida Grande"/>
              <a:buNone/>
              <a:defRPr sz="1467"/>
            </a:lvl3pPr>
            <a:lvl4pPr marL="0" indent="0">
              <a:buFont typeface="Lucida Grande"/>
              <a:buNone/>
              <a:defRPr sz="1467"/>
            </a:lvl4pPr>
            <a:lvl5pPr marL="0" indent="0">
              <a:buFont typeface="Lucida Grande"/>
              <a:buNone/>
              <a:defRPr sz="1467" baseline="0"/>
            </a:lvl5pPr>
            <a:lvl6pPr marL="0" indent="0">
              <a:buFont typeface="Lucida Grande"/>
              <a:buNone/>
              <a:defRPr sz="1467"/>
            </a:lvl6pPr>
            <a:lvl7pPr marL="0" indent="0">
              <a:buFont typeface="Lucida Grande"/>
              <a:buNone/>
              <a:defRPr sz="1467"/>
            </a:lvl7pPr>
            <a:lvl8pPr marL="0" indent="0">
              <a:buFont typeface="Lucida Grande"/>
              <a:buNone/>
              <a:defRPr sz="1467"/>
            </a:lvl8pPr>
            <a:lvl9pPr marL="0" indent="0">
              <a:buFont typeface="Lucida Grande"/>
              <a:buNone/>
              <a:defRPr sz="1467">
                <a:latin typeface="+mn-lt"/>
              </a:defRPr>
            </a:lvl9pPr>
          </a:lstStyle>
          <a:p>
            <a:pPr lvl="1"/>
            <a:r>
              <a:rPr lang="en-AU"/>
              <a:t>Full name </a:t>
            </a:r>
          </a:p>
          <a:p>
            <a:pPr lvl="0"/>
            <a:r>
              <a:rPr lang="en-AU"/>
              <a:t>Job Position</a:t>
            </a:r>
          </a:p>
          <a:p>
            <a:pPr lvl="0"/>
            <a:endParaRPr lang="en-US"/>
          </a:p>
        </p:txBody>
      </p:sp>
      <p:sp>
        <p:nvSpPr>
          <p:cNvPr id="25" name="Text Placeholder 11">
            <a:extLst>
              <a:ext uri="{FF2B5EF4-FFF2-40B4-BE49-F238E27FC236}">
                <a16:creationId xmlns:a16="http://schemas.microsoft.com/office/drawing/2014/main" id="{293BBF29-BC6C-0F47-8FCD-AA0F5C7E720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968588" y="2944207"/>
            <a:ext cx="1523765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E60EA197-5F62-1B41-AD09-AB3BBAAFB32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245386" y="2944207"/>
            <a:ext cx="1523765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2BAEA166-97FA-7F4E-B536-2F5EB6CE7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9" name="Title 1">
            <a:extLst>
              <a:ext uri="{FF2B5EF4-FFF2-40B4-BE49-F238E27FC236}">
                <a16:creationId xmlns:a16="http://schemas.microsoft.com/office/drawing/2014/main" id="{56637D7D-9D2A-E544-9B47-8A461B24F5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379451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07">
          <p15:clr>
            <a:srgbClr val="FBAE40"/>
          </p15:clr>
        </p15:guide>
        <p15:guide id="2" pos="6516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-3-pers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2BAEA166-97FA-7F4E-B536-2F5EB6CE7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C0B989DD-7F4C-364A-AE06-5A0903B3B57A}"/>
              </a:ext>
            </a:extLst>
          </p:cNvPr>
          <p:cNvCxnSpPr>
            <a:cxnSpLocks/>
          </p:cNvCxnSpPr>
          <p:nvPr userDrawn="1"/>
        </p:nvCxnSpPr>
        <p:spPr>
          <a:xfrm>
            <a:off x="8199439" y="1913060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B1C02B7D-1602-7044-8580-7ABB0BC2392F}"/>
              </a:ext>
            </a:extLst>
          </p:cNvPr>
          <p:cNvCxnSpPr>
            <a:cxnSpLocks/>
          </p:cNvCxnSpPr>
          <p:nvPr userDrawn="1"/>
        </p:nvCxnSpPr>
        <p:spPr>
          <a:xfrm>
            <a:off x="5886443" y="2784536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CD4F3B4C-E207-3645-BC41-7283940EB8A5}"/>
              </a:ext>
            </a:extLst>
          </p:cNvPr>
          <p:cNvCxnSpPr>
            <a:cxnSpLocks/>
          </p:cNvCxnSpPr>
          <p:nvPr userDrawn="1"/>
        </p:nvCxnSpPr>
        <p:spPr>
          <a:xfrm>
            <a:off x="8198688" y="2784536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AD28AEA9-9FC9-0540-82E3-43A6374D7A49}"/>
              </a:ext>
            </a:extLst>
          </p:cNvPr>
          <p:cNvCxnSpPr>
            <a:cxnSpLocks/>
          </p:cNvCxnSpPr>
          <p:nvPr userDrawn="1"/>
        </p:nvCxnSpPr>
        <p:spPr>
          <a:xfrm>
            <a:off x="5880100" y="1913060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 Placeholder 11">
            <a:extLst>
              <a:ext uri="{FF2B5EF4-FFF2-40B4-BE49-F238E27FC236}">
                <a16:creationId xmlns:a16="http://schemas.microsoft.com/office/drawing/2014/main" id="{AF4A771F-F282-A442-BFA9-A93064C681B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910379" y="2090499"/>
            <a:ext cx="1523765" cy="533147"/>
          </a:xfrm>
        </p:spPr>
        <p:txBody>
          <a:bodyPr lIns="0" tIns="64800"/>
          <a:lstStyle>
            <a:lvl1pPr marL="0" indent="0">
              <a:buFont typeface="Lucida Grande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500" b="1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0" indent="0">
              <a:buFont typeface="Lucida Grande"/>
              <a:buNone/>
              <a:defRPr sz="1467"/>
            </a:lvl3pPr>
            <a:lvl4pPr marL="0" indent="0">
              <a:buFont typeface="Lucida Grande"/>
              <a:buNone/>
              <a:defRPr sz="1467"/>
            </a:lvl4pPr>
            <a:lvl5pPr marL="0" indent="0">
              <a:buFont typeface="Lucida Grande"/>
              <a:buNone/>
              <a:defRPr sz="1467" baseline="0"/>
            </a:lvl5pPr>
            <a:lvl6pPr marL="0" indent="0">
              <a:buFont typeface="Lucida Grande"/>
              <a:buNone/>
              <a:defRPr sz="1467"/>
            </a:lvl6pPr>
            <a:lvl7pPr marL="0" indent="0">
              <a:buFont typeface="Lucida Grande"/>
              <a:buNone/>
              <a:defRPr sz="1467"/>
            </a:lvl7pPr>
            <a:lvl8pPr marL="0" indent="0">
              <a:buFont typeface="Lucida Grande"/>
              <a:buNone/>
              <a:defRPr sz="1467"/>
            </a:lvl8pPr>
            <a:lvl9pPr marL="0" indent="0">
              <a:buFont typeface="Lucida Grande"/>
              <a:buNone/>
              <a:defRPr sz="1467">
                <a:latin typeface="+mn-lt"/>
              </a:defRPr>
            </a:lvl9pPr>
          </a:lstStyle>
          <a:p>
            <a:pPr lvl="1"/>
            <a:r>
              <a:rPr lang="en-AU"/>
              <a:t>Full name </a:t>
            </a:r>
          </a:p>
          <a:p>
            <a:pPr lvl="0"/>
            <a:r>
              <a:rPr lang="en-AU"/>
              <a:t>Job Position</a:t>
            </a:r>
          </a:p>
          <a:p>
            <a:pPr lvl="0"/>
            <a:endParaRPr lang="en-US"/>
          </a:p>
        </p:txBody>
      </p:sp>
      <p:sp>
        <p:nvSpPr>
          <p:cNvPr id="37" name="Text Placeholder 11">
            <a:extLst>
              <a:ext uri="{FF2B5EF4-FFF2-40B4-BE49-F238E27FC236}">
                <a16:creationId xmlns:a16="http://schemas.microsoft.com/office/drawing/2014/main" id="{3791CA1F-0998-3347-B3A3-ACD1CD08E8E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216282" y="2090498"/>
            <a:ext cx="1523765" cy="533147"/>
          </a:xfrm>
        </p:spPr>
        <p:txBody>
          <a:bodyPr lIns="0" tIns="64800"/>
          <a:lstStyle>
            <a:lvl1pPr marL="0" indent="0">
              <a:buFont typeface="Lucida Grande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500" b="1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0" indent="0">
              <a:buFont typeface="Lucida Grande"/>
              <a:buNone/>
              <a:defRPr sz="1467"/>
            </a:lvl3pPr>
            <a:lvl4pPr marL="0" indent="0">
              <a:buFont typeface="Lucida Grande"/>
              <a:buNone/>
              <a:defRPr sz="1467"/>
            </a:lvl4pPr>
            <a:lvl5pPr marL="0" indent="0">
              <a:buFont typeface="Lucida Grande"/>
              <a:buNone/>
              <a:defRPr sz="1467" baseline="0"/>
            </a:lvl5pPr>
            <a:lvl6pPr marL="0" indent="0">
              <a:buFont typeface="Lucida Grande"/>
              <a:buNone/>
              <a:defRPr sz="1467"/>
            </a:lvl6pPr>
            <a:lvl7pPr marL="0" indent="0">
              <a:buFont typeface="Lucida Grande"/>
              <a:buNone/>
              <a:defRPr sz="1467"/>
            </a:lvl7pPr>
            <a:lvl8pPr marL="0" indent="0">
              <a:buFont typeface="Lucida Grande"/>
              <a:buNone/>
              <a:defRPr sz="1467"/>
            </a:lvl8pPr>
            <a:lvl9pPr marL="0" indent="0">
              <a:buFont typeface="Lucida Grande"/>
              <a:buNone/>
              <a:defRPr sz="1467">
                <a:latin typeface="+mn-lt"/>
              </a:defRPr>
            </a:lvl9pPr>
          </a:lstStyle>
          <a:p>
            <a:pPr lvl="1"/>
            <a:r>
              <a:rPr lang="en-AU"/>
              <a:t>Full name </a:t>
            </a:r>
          </a:p>
          <a:p>
            <a:pPr lvl="0"/>
            <a:r>
              <a:rPr lang="en-AU"/>
              <a:t>Job Position</a:t>
            </a:r>
          </a:p>
          <a:p>
            <a:pPr lvl="0"/>
            <a:endParaRPr lang="en-US"/>
          </a:p>
        </p:txBody>
      </p:sp>
      <p:sp>
        <p:nvSpPr>
          <p:cNvPr id="39" name="Text Placeholder 11">
            <a:extLst>
              <a:ext uri="{FF2B5EF4-FFF2-40B4-BE49-F238E27FC236}">
                <a16:creationId xmlns:a16="http://schemas.microsoft.com/office/drawing/2014/main" id="{0759226B-79CF-234A-A020-96E89611E99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880100" y="2944207"/>
            <a:ext cx="1523765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0" name="Text Placeholder 11">
            <a:extLst>
              <a:ext uri="{FF2B5EF4-FFF2-40B4-BE49-F238E27FC236}">
                <a16:creationId xmlns:a16="http://schemas.microsoft.com/office/drawing/2014/main" id="{D01546E4-16AA-3143-854C-FF6E933B650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201142" y="2944207"/>
            <a:ext cx="1523765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4F10C32B-2020-474A-A0A5-E5359CB3F26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0522184" y="2944208"/>
            <a:ext cx="1523765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FA69936D-566E-CA45-80BA-56A4D884EA3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2014" y="1672834"/>
            <a:ext cx="2793600" cy="4857279"/>
          </a:xfrm>
        </p:spPr>
        <p:txBody>
          <a:bodyPr/>
          <a:lstStyle>
            <a:lvl1pPr marL="0" indent="0">
              <a:buNone/>
              <a:defRPr sz="1700" b="0" i="0"/>
            </a:lvl1pPr>
            <a:lvl2pPr>
              <a:defRPr sz="1700" b="0" i="0"/>
            </a:lvl2pPr>
            <a:lvl3pPr>
              <a:defRPr b="0" i="0"/>
            </a:lvl3pPr>
            <a:lvl4pPr>
              <a:defRPr b="0" i="0"/>
            </a:lvl4pPr>
            <a:lvl5pPr>
              <a:defRPr b="0" i="0">
                <a:latin typeface="Apto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02CCD17-F76E-9B42-8806-3438DBD2638D}"/>
              </a:ext>
            </a:extLst>
          </p:cNvPr>
          <p:cNvCxnSpPr>
            <a:cxnSpLocks/>
          </p:cNvCxnSpPr>
          <p:nvPr userDrawn="1"/>
        </p:nvCxnSpPr>
        <p:spPr>
          <a:xfrm>
            <a:off x="10518777" y="1913061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1676100D-B3DF-5F48-86F5-D20771D7C68C}"/>
              </a:ext>
            </a:extLst>
          </p:cNvPr>
          <p:cNvCxnSpPr>
            <a:cxnSpLocks/>
          </p:cNvCxnSpPr>
          <p:nvPr userDrawn="1"/>
        </p:nvCxnSpPr>
        <p:spPr>
          <a:xfrm>
            <a:off x="10510933" y="2784537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EC46278F-2CD5-2C45-95AD-1B9F5AB0304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0522184" y="2090498"/>
            <a:ext cx="1523765" cy="533147"/>
          </a:xfrm>
        </p:spPr>
        <p:txBody>
          <a:bodyPr lIns="0" tIns="64800"/>
          <a:lstStyle>
            <a:lvl1pPr marL="0" indent="0">
              <a:buFont typeface="Lucida Grande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500" b="1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0" indent="0">
              <a:buFont typeface="Lucida Grande"/>
              <a:buNone/>
              <a:defRPr sz="1467"/>
            </a:lvl3pPr>
            <a:lvl4pPr marL="0" indent="0">
              <a:buFont typeface="Lucida Grande"/>
              <a:buNone/>
              <a:defRPr sz="1467"/>
            </a:lvl4pPr>
            <a:lvl5pPr marL="0" indent="0">
              <a:buFont typeface="Lucida Grande"/>
              <a:buNone/>
              <a:defRPr sz="1467" baseline="0"/>
            </a:lvl5pPr>
            <a:lvl6pPr marL="0" indent="0">
              <a:buFont typeface="Lucida Grande"/>
              <a:buNone/>
              <a:defRPr sz="1467"/>
            </a:lvl6pPr>
            <a:lvl7pPr marL="0" indent="0">
              <a:buFont typeface="Lucida Grande"/>
              <a:buNone/>
              <a:defRPr sz="1467"/>
            </a:lvl7pPr>
            <a:lvl8pPr marL="0" indent="0">
              <a:buFont typeface="Lucida Grande"/>
              <a:buNone/>
              <a:defRPr sz="1467"/>
            </a:lvl8pPr>
            <a:lvl9pPr marL="0" indent="0">
              <a:buFont typeface="Lucida Grande"/>
              <a:buNone/>
              <a:defRPr sz="1467">
                <a:latin typeface="+mn-lt"/>
              </a:defRPr>
            </a:lvl9pPr>
          </a:lstStyle>
          <a:p>
            <a:pPr lvl="1"/>
            <a:r>
              <a:rPr lang="en-AU"/>
              <a:t>Full name </a:t>
            </a:r>
          </a:p>
          <a:p>
            <a:pPr lvl="0"/>
            <a:r>
              <a:rPr lang="en-AU"/>
              <a:t>Job Position</a:t>
            </a:r>
          </a:p>
          <a:p>
            <a:pPr lvl="0"/>
            <a:endParaRPr lang="en-US"/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EC77964C-2648-9645-9408-A797CC85A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4272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07">
          <p15:clr>
            <a:srgbClr val="FBAE40"/>
          </p15:clr>
        </p15:guide>
        <p15:guide id="2" pos="4679" userDrawn="1">
          <p15:clr>
            <a:srgbClr val="FBAE4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-2-pers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2BAEA166-97FA-7F4E-B536-2F5EB6CE7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9E59B267-53D2-0B40-824D-590B6092012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0522184" y="2944207"/>
            <a:ext cx="1523765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BEEFD392-50A3-D34D-95D6-D88EC904833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286002" y="2944207"/>
            <a:ext cx="1523765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Text Placeholder 11">
            <a:extLst>
              <a:ext uri="{FF2B5EF4-FFF2-40B4-BE49-F238E27FC236}">
                <a16:creationId xmlns:a16="http://schemas.microsoft.com/office/drawing/2014/main" id="{B6B254B6-005F-9143-8B1F-50F4587559A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054727" y="2944207"/>
            <a:ext cx="1523765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7D29B5CA-8C73-A14B-B45C-E93207BB0C2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866417" y="2944207"/>
            <a:ext cx="1523765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EF608956-D1A6-AE44-A1B0-7147485A57C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303596" y="2090498"/>
            <a:ext cx="3742354" cy="533147"/>
          </a:xfrm>
        </p:spPr>
        <p:txBody>
          <a:bodyPr lIns="0" tIns="64800"/>
          <a:lstStyle>
            <a:lvl1pPr marL="0" indent="0">
              <a:buFont typeface="Lucida Grande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500" b="1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0" indent="0">
              <a:buFont typeface="Lucida Grande"/>
              <a:buNone/>
              <a:defRPr sz="1467"/>
            </a:lvl3pPr>
            <a:lvl4pPr marL="0" indent="0">
              <a:buFont typeface="Lucida Grande"/>
              <a:buNone/>
              <a:defRPr sz="1467"/>
            </a:lvl4pPr>
            <a:lvl5pPr marL="0" indent="0">
              <a:buFont typeface="Lucida Grande"/>
              <a:buNone/>
              <a:defRPr sz="1467" baseline="0"/>
            </a:lvl5pPr>
            <a:lvl6pPr marL="0" indent="0">
              <a:buFont typeface="Lucida Grande"/>
              <a:buNone/>
              <a:defRPr sz="1467"/>
            </a:lvl6pPr>
            <a:lvl7pPr marL="0" indent="0">
              <a:buFont typeface="Lucida Grande"/>
              <a:buNone/>
              <a:defRPr sz="1467"/>
            </a:lvl7pPr>
            <a:lvl8pPr marL="0" indent="0">
              <a:buFont typeface="Lucida Grande"/>
              <a:buNone/>
              <a:defRPr sz="1467"/>
            </a:lvl8pPr>
            <a:lvl9pPr marL="0" indent="0">
              <a:buFont typeface="Lucida Grande"/>
              <a:buNone/>
              <a:defRPr sz="1467">
                <a:latin typeface="+mn-lt"/>
              </a:defRPr>
            </a:lvl9pPr>
          </a:lstStyle>
          <a:p>
            <a:pPr lvl="1"/>
            <a:r>
              <a:rPr lang="en-AU"/>
              <a:t>Full name </a:t>
            </a:r>
          </a:p>
          <a:p>
            <a:pPr lvl="0"/>
            <a:r>
              <a:rPr lang="en-AU"/>
              <a:t>Job Position</a:t>
            </a:r>
          </a:p>
          <a:p>
            <a:pPr lvl="0"/>
            <a:endParaRPr lang="en-US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7A35FE4D-7854-AA44-9BAE-A4E365191222}"/>
              </a:ext>
            </a:extLst>
          </p:cNvPr>
          <p:cNvCxnSpPr>
            <a:cxnSpLocks/>
          </p:cNvCxnSpPr>
          <p:nvPr userDrawn="1"/>
        </p:nvCxnSpPr>
        <p:spPr>
          <a:xfrm>
            <a:off x="3866417" y="2784536"/>
            <a:ext cx="377263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 Placeholder 11">
            <a:extLst>
              <a:ext uri="{FF2B5EF4-FFF2-40B4-BE49-F238E27FC236}">
                <a16:creationId xmlns:a16="http://schemas.microsoft.com/office/drawing/2014/main" id="{53A70A95-B33A-E740-9FC2-5B843D4F269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866418" y="2090499"/>
            <a:ext cx="3742354" cy="533147"/>
          </a:xfrm>
        </p:spPr>
        <p:txBody>
          <a:bodyPr lIns="0" tIns="64800"/>
          <a:lstStyle>
            <a:lvl1pPr marL="0" indent="0">
              <a:buFont typeface="Lucida Grande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500" b="1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0" indent="0">
              <a:buFont typeface="Lucida Grande"/>
              <a:buNone/>
              <a:defRPr sz="1467"/>
            </a:lvl3pPr>
            <a:lvl4pPr marL="0" indent="0">
              <a:buFont typeface="Lucida Grande"/>
              <a:buNone/>
              <a:defRPr sz="1467"/>
            </a:lvl4pPr>
            <a:lvl5pPr marL="0" indent="0">
              <a:buFont typeface="Lucida Grande"/>
              <a:buNone/>
              <a:defRPr sz="1467" baseline="0"/>
            </a:lvl5pPr>
            <a:lvl6pPr marL="0" indent="0">
              <a:buFont typeface="Lucida Grande"/>
              <a:buNone/>
              <a:defRPr sz="1467"/>
            </a:lvl6pPr>
            <a:lvl7pPr marL="0" indent="0">
              <a:buFont typeface="Lucida Grande"/>
              <a:buNone/>
              <a:defRPr sz="1467"/>
            </a:lvl7pPr>
            <a:lvl8pPr marL="0" indent="0">
              <a:buFont typeface="Lucida Grande"/>
              <a:buNone/>
              <a:defRPr sz="1467"/>
            </a:lvl8pPr>
            <a:lvl9pPr marL="0" indent="0">
              <a:buFont typeface="Lucida Grande"/>
              <a:buNone/>
              <a:defRPr sz="1467">
                <a:latin typeface="+mn-lt"/>
              </a:defRPr>
            </a:lvl9pPr>
          </a:lstStyle>
          <a:p>
            <a:pPr lvl="1"/>
            <a:r>
              <a:rPr lang="en-AU"/>
              <a:t>Full name </a:t>
            </a:r>
          </a:p>
          <a:p>
            <a:pPr lvl="0"/>
            <a:r>
              <a:rPr lang="en-AU"/>
              <a:t>Job Position</a:t>
            </a:r>
          </a:p>
          <a:p>
            <a:pPr lvl="0"/>
            <a:endParaRPr lang="en-US"/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CA9900FC-9D59-EB49-95FF-89421BB734B3}"/>
              </a:ext>
            </a:extLst>
          </p:cNvPr>
          <p:cNvCxnSpPr>
            <a:cxnSpLocks/>
          </p:cNvCxnSpPr>
          <p:nvPr userDrawn="1"/>
        </p:nvCxnSpPr>
        <p:spPr>
          <a:xfrm>
            <a:off x="3866417" y="1912388"/>
            <a:ext cx="377263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3942B8A3-158C-184D-91C0-CB4CCB10FC14}"/>
              </a:ext>
            </a:extLst>
          </p:cNvPr>
          <p:cNvCxnSpPr>
            <a:cxnSpLocks/>
          </p:cNvCxnSpPr>
          <p:nvPr userDrawn="1"/>
        </p:nvCxnSpPr>
        <p:spPr>
          <a:xfrm>
            <a:off x="8286002" y="2784536"/>
            <a:ext cx="3803534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33D5E8CA-DB5C-A248-A6D4-08E04D922889}"/>
              </a:ext>
            </a:extLst>
          </p:cNvPr>
          <p:cNvCxnSpPr>
            <a:cxnSpLocks/>
          </p:cNvCxnSpPr>
          <p:nvPr userDrawn="1"/>
        </p:nvCxnSpPr>
        <p:spPr>
          <a:xfrm>
            <a:off x="8286002" y="1914696"/>
            <a:ext cx="3817100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84354B13-1DF5-EE47-A504-7D12E083216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2014" y="1672834"/>
            <a:ext cx="2793600" cy="4857279"/>
          </a:xfrm>
        </p:spPr>
        <p:txBody>
          <a:bodyPr/>
          <a:lstStyle>
            <a:lvl1pPr marL="0" indent="0">
              <a:buNone/>
              <a:defRPr sz="1700" b="0" i="0"/>
            </a:lvl1pPr>
            <a:lvl2pPr>
              <a:defRPr sz="1700" b="0" i="0"/>
            </a:lvl2pPr>
            <a:lvl3pPr>
              <a:defRPr b="0" i="0"/>
            </a:lvl3pPr>
            <a:lvl4pPr>
              <a:defRPr b="0" i="0"/>
            </a:lvl4pPr>
            <a:lvl5pPr>
              <a:defRPr b="0" i="0">
                <a:latin typeface="Apto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52B32593-D3DC-0943-8FA0-B82E030809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746675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07">
          <p15:clr>
            <a:srgbClr val="FBAE40"/>
          </p15:clr>
        </p15:guide>
        <p15:guide id="2" pos="4679" userDrawn="1">
          <p15:clr>
            <a:srgbClr val="FBAE4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-1-per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2BAEA166-97FA-7F4E-B536-2F5EB6CE7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814BC974-A85F-F145-9E49-E437EAD7CE0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85006" y="2090499"/>
            <a:ext cx="5960943" cy="533147"/>
          </a:xfrm>
        </p:spPr>
        <p:txBody>
          <a:bodyPr lIns="0" tIns="64800"/>
          <a:lstStyle>
            <a:lvl1pPr marL="0" indent="0">
              <a:buFont typeface="Lucida Grande"/>
              <a:buNone/>
              <a:defRPr sz="1467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467" b="1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0" indent="0">
              <a:buFont typeface="Lucida Grande"/>
              <a:buNone/>
              <a:defRPr sz="1467"/>
            </a:lvl3pPr>
            <a:lvl4pPr marL="0" indent="0">
              <a:buFont typeface="Lucida Grande"/>
              <a:buNone/>
              <a:defRPr sz="1467"/>
            </a:lvl4pPr>
            <a:lvl5pPr marL="0" indent="0">
              <a:buFont typeface="Lucida Grande"/>
              <a:buNone/>
              <a:defRPr sz="1467" baseline="0"/>
            </a:lvl5pPr>
            <a:lvl6pPr marL="0" indent="0">
              <a:buFont typeface="Lucida Grande"/>
              <a:buNone/>
              <a:defRPr sz="1467"/>
            </a:lvl6pPr>
            <a:lvl7pPr marL="0" indent="0">
              <a:buFont typeface="Lucida Grande"/>
              <a:buNone/>
              <a:defRPr sz="1467"/>
            </a:lvl7pPr>
            <a:lvl8pPr marL="0" indent="0">
              <a:buFont typeface="Lucida Grande"/>
              <a:buNone/>
              <a:defRPr sz="1467"/>
            </a:lvl8pPr>
            <a:lvl9pPr marL="0" indent="0">
              <a:buFont typeface="Lucida Grande"/>
              <a:buNone/>
              <a:defRPr sz="1467">
                <a:latin typeface="+mn-lt"/>
              </a:defRPr>
            </a:lvl9pPr>
          </a:lstStyle>
          <a:p>
            <a:pPr lvl="1"/>
            <a:r>
              <a:rPr lang="en-AU"/>
              <a:t>Full name </a:t>
            </a:r>
          </a:p>
          <a:p>
            <a:pPr lvl="0"/>
            <a:r>
              <a:rPr lang="en-AU"/>
              <a:t>Job Position</a:t>
            </a:r>
          </a:p>
          <a:p>
            <a:pPr lvl="0"/>
            <a:endParaRPr lang="en-US"/>
          </a:p>
        </p:txBody>
      </p:sp>
      <p:sp>
        <p:nvSpPr>
          <p:cNvPr id="32" name="Text Placeholder 11">
            <a:extLst>
              <a:ext uri="{FF2B5EF4-FFF2-40B4-BE49-F238E27FC236}">
                <a16:creationId xmlns:a16="http://schemas.microsoft.com/office/drawing/2014/main" id="{C61BA336-B1F0-E74E-81AA-74F920393C6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054726" y="2944207"/>
            <a:ext cx="6004529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467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598370B2-27D0-B24A-93DF-E6A749EA4DDB}"/>
              </a:ext>
            </a:extLst>
          </p:cNvPr>
          <p:cNvCxnSpPr>
            <a:cxnSpLocks/>
          </p:cNvCxnSpPr>
          <p:nvPr userDrawn="1"/>
        </p:nvCxnSpPr>
        <p:spPr>
          <a:xfrm>
            <a:off x="6085006" y="2784536"/>
            <a:ext cx="6004530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099C3F4B-5AA5-2A4E-AA56-B85F435D97C2}"/>
              </a:ext>
            </a:extLst>
          </p:cNvPr>
          <p:cNvCxnSpPr>
            <a:cxnSpLocks/>
          </p:cNvCxnSpPr>
          <p:nvPr userDrawn="1"/>
        </p:nvCxnSpPr>
        <p:spPr>
          <a:xfrm>
            <a:off x="6085006" y="1914696"/>
            <a:ext cx="6018096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B89E4B27-56FB-6A40-AAD7-90E59E7975E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2014" y="1672834"/>
            <a:ext cx="2793600" cy="4857279"/>
          </a:xfrm>
        </p:spPr>
        <p:txBody>
          <a:bodyPr/>
          <a:lstStyle>
            <a:lvl1pPr marL="0" indent="0">
              <a:buNone/>
              <a:defRPr sz="1700" b="0" i="0"/>
            </a:lvl1pPr>
            <a:lvl2pPr>
              <a:defRPr sz="1700" b="0" i="0"/>
            </a:lvl2pPr>
            <a:lvl3pPr>
              <a:defRPr b="0" i="0"/>
            </a:lvl3pPr>
            <a:lvl4pPr>
              <a:defRPr b="0" i="0"/>
            </a:lvl4pPr>
            <a:lvl5pPr>
              <a:defRPr b="0" i="0">
                <a:latin typeface="Apto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F8225887-07AC-F44C-8253-15699F1E83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06153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07">
          <p15:clr>
            <a:srgbClr val="FBAE40"/>
          </p15:clr>
        </p15:guide>
        <p15:guide id="2" pos="3727" userDrawn="1">
          <p15:clr>
            <a:srgbClr val="FBAE4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gal-ter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7A6A2C3C-4634-F446-A6F6-B1987096753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116387" y="1449387"/>
            <a:ext cx="7920037" cy="4737629"/>
          </a:xfrm>
        </p:spPr>
        <p:txBody>
          <a:bodyPr tIns="0" numCol="2" spcCol="108000"/>
          <a:lstStyle>
            <a:lvl1pPr marL="0" indent="0">
              <a:lnSpc>
                <a:spcPct val="109000"/>
              </a:lnSpc>
              <a:buFont typeface="Franklin Gothic Book" panose="020B0503020102020204" pitchFamily="34" charset="0"/>
              <a:buNone/>
              <a:tabLst>
                <a:tab pos="298443" algn="l"/>
              </a:tabLst>
              <a:defRPr sz="1067" b="0" i="0">
                <a:latin typeface="Aptos" pitchFamily="2" charset="0"/>
                <a:ea typeface="Aptos" charset="0"/>
                <a:cs typeface="Aptos" charset="0"/>
              </a:defRPr>
            </a:lvl1pPr>
            <a:lvl2pPr marL="623984" indent="-239994">
              <a:lnSpc>
                <a:spcPct val="109000"/>
              </a:lnSpc>
              <a:buFont typeface="Franklin Gothic Book" panose="020B0503020102020204" pitchFamily="34" charset="0"/>
              <a:buChar char="-"/>
              <a:tabLst/>
              <a:defRPr sz="1067" b="0" i="0">
                <a:latin typeface="Aptos" pitchFamily="2" charset="0"/>
                <a:ea typeface="Aptos" charset="0"/>
                <a:cs typeface="Aptos" charset="0"/>
              </a:defRPr>
            </a:lvl2pPr>
            <a:lvl3pPr marL="1007975" indent="-239994">
              <a:lnSpc>
                <a:spcPct val="109000"/>
              </a:lnSpc>
              <a:buFont typeface="Franklin Gothic Book" panose="020B0503020102020204" pitchFamily="34" charset="0"/>
              <a:buChar char="-"/>
              <a:tabLst/>
              <a:defRPr sz="1067" b="0" i="0">
                <a:latin typeface="Aptos" pitchFamily="2" charset="0"/>
                <a:ea typeface="Aptos" charset="0"/>
                <a:cs typeface="Aptos" charset="0"/>
              </a:defRPr>
            </a:lvl3pPr>
            <a:lvl4pPr marL="239994" indent="-239994" defTabSz="596885">
              <a:lnSpc>
                <a:spcPct val="109000"/>
              </a:lnSpc>
              <a:buFont typeface="Franklin Gothic Book" panose="020B0503020102020204" pitchFamily="34" charset="0"/>
              <a:buChar char="-"/>
              <a:tabLst>
                <a:tab pos="298443" algn="l"/>
              </a:tabLst>
              <a:defRPr sz="1067" b="0" i="0" baseline="0">
                <a:latin typeface="Aptos" pitchFamily="2" charset="0"/>
                <a:ea typeface="Aptos" charset="0"/>
                <a:cs typeface="Aptos" charset="0"/>
              </a:defRPr>
            </a:lvl4pPr>
            <a:lvl5pPr marL="239994" indent="-239994" defTabSz="596885">
              <a:lnSpc>
                <a:spcPct val="109000"/>
              </a:lnSpc>
              <a:buFont typeface="Franklin Gothic Book" panose="020B0503020102020204" pitchFamily="34" charset="0"/>
              <a:buChar char="-"/>
              <a:tabLst>
                <a:tab pos="298443" algn="l"/>
              </a:tabLst>
              <a:defRPr sz="933" baseline="0">
                <a:latin typeface="Franklin Gothic Demi" panose="020B0703020102020204" pitchFamily="34" charset="0"/>
              </a:defRPr>
            </a:lvl5pPr>
            <a:lvl6pPr marL="239994" indent="-239994" defTabSz="596885">
              <a:lnSpc>
                <a:spcPct val="109000"/>
              </a:lnSpc>
              <a:buFont typeface="Franklin Gothic Book" panose="020B0503020102020204" pitchFamily="34" charset="0"/>
              <a:buChar char="-"/>
              <a:tabLst>
                <a:tab pos="298443" algn="l"/>
              </a:tabLst>
              <a:defRPr sz="933" baseline="0">
                <a:latin typeface="Franklin Gothic Demi" panose="020B0703020102020204" pitchFamily="34" charset="0"/>
              </a:defRPr>
            </a:lvl6pPr>
            <a:lvl7pPr marL="239994" indent="-239994" defTabSz="596885">
              <a:lnSpc>
                <a:spcPct val="109000"/>
              </a:lnSpc>
              <a:buFont typeface="Franklin Gothic Book" panose="020B0503020102020204" pitchFamily="34" charset="0"/>
              <a:buChar char="-"/>
              <a:tabLst>
                <a:tab pos="298443" algn="l"/>
              </a:tabLst>
              <a:defRPr sz="933" baseline="0">
                <a:latin typeface="Franklin Gothic Demi" panose="020B0703020102020204" pitchFamily="34" charset="0"/>
              </a:defRPr>
            </a:lvl7pPr>
            <a:lvl8pPr marL="239994" indent="-239994" defTabSz="596885">
              <a:lnSpc>
                <a:spcPct val="109000"/>
              </a:lnSpc>
              <a:buFont typeface="Franklin Gothic Book" panose="020B0503020102020204" pitchFamily="34" charset="0"/>
              <a:buChar char="-"/>
              <a:tabLst>
                <a:tab pos="298443" algn="l"/>
              </a:tabLst>
              <a:defRPr sz="933" baseline="0">
                <a:latin typeface="Franklin Gothic Demi" panose="020B0703020102020204" pitchFamily="34" charset="0"/>
              </a:defRPr>
            </a:lvl8pPr>
            <a:lvl9pPr marL="239994" indent="-239994" defTabSz="596885">
              <a:lnSpc>
                <a:spcPct val="109000"/>
              </a:lnSpc>
              <a:buFont typeface="Franklin Gothic Book" panose="020B0503020102020204" pitchFamily="34" charset="0"/>
              <a:buChar char="-"/>
              <a:tabLst>
                <a:tab pos="298443" algn="l"/>
              </a:tabLst>
              <a:defRPr sz="933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1F081D-C526-8B4E-8618-5FC6A9BAB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E128AA3-5B4E-7344-B82F-CC42980AE11B}"/>
              </a:ext>
            </a:extLst>
          </p:cNvPr>
          <p:cNvSpPr txBox="1"/>
          <p:nvPr userDrawn="1"/>
        </p:nvSpPr>
        <p:spPr>
          <a:xfrm>
            <a:off x="155575" y="1449388"/>
            <a:ext cx="1600570" cy="71999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/>
            <a:r>
              <a:rPr lang="en-US" sz="1733" b="0" i="0">
                <a:solidFill>
                  <a:schemeClr val="tx1"/>
                </a:solidFill>
                <a:latin typeface="Aptos" pitchFamily="2" charset="0"/>
                <a:ea typeface="Aptos" charset="0"/>
                <a:cs typeface="Aptos" charset="0"/>
              </a:rPr>
              <a:t>TERMS &amp; CONDITIONS</a:t>
            </a:r>
          </a:p>
        </p:txBody>
      </p:sp>
    </p:spTree>
    <p:extLst>
      <p:ext uri="{BB962C8B-B14F-4D97-AF65-F5344CB8AC3E}">
        <p14:creationId xmlns:p14="http://schemas.microsoft.com/office/powerpoint/2010/main" val="1134447177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-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608F399-6E86-074E-8B79-DAF4FD1CD09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5575" y="1842992"/>
            <a:ext cx="3960813" cy="3925984"/>
          </a:xfrm>
        </p:spPr>
        <p:txBody>
          <a:bodyPr lIns="0" tIns="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sz="1400" b="0" i="0" baseline="0">
                <a:solidFill>
                  <a:schemeClr val="tx1"/>
                </a:solidFill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400" b="0" i="0" baseline="0">
                <a:solidFill>
                  <a:schemeClr val="tx1"/>
                </a:solidFill>
                <a:latin typeface="GT America Regular"/>
                <a:ea typeface="Aptos" charset="0"/>
                <a:cs typeface="Aptos" charset="0"/>
              </a:defRPr>
            </a:lvl2pPr>
            <a:lvl3pPr marL="0" indent="0">
              <a:buFont typeface="Lucida Grande"/>
              <a:buNone/>
              <a:defRPr sz="1400"/>
            </a:lvl3pPr>
            <a:lvl4pPr marL="0" indent="0">
              <a:buFont typeface="Lucida Grande"/>
              <a:buNone/>
              <a:defRPr sz="1400"/>
            </a:lvl4pPr>
            <a:lvl5pPr marL="0" indent="0">
              <a:buFont typeface="Lucida Grande"/>
              <a:buNone/>
              <a:defRPr sz="1400" baseline="0"/>
            </a:lvl5pPr>
            <a:lvl6pPr marL="0" indent="0">
              <a:buFont typeface="Lucida Grande"/>
              <a:buNone/>
              <a:defRPr sz="1400"/>
            </a:lvl6pPr>
            <a:lvl7pPr marL="0" indent="0">
              <a:buFont typeface="Lucida Grande"/>
              <a:buNone/>
              <a:defRPr sz="1400"/>
            </a:lvl7pPr>
            <a:lvl8pPr marL="0" indent="0">
              <a:buFont typeface="Lucida Grande"/>
              <a:buNone/>
              <a:defRPr sz="1400"/>
            </a:lvl8pPr>
            <a:lvl9pPr marL="0" indent="0">
              <a:buFont typeface="Lucida Grande"/>
              <a:buNone/>
              <a:defRPr sz="1400">
                <a:latin typeface="+mn-lt"/>
              </a:defRPr>
            </a:lvl9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/>
            </a:pPr>
            <a:r>
              <a:rPr lang="en-GB"/>
              <a:t>Click to edit Master text styles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D6F4B37A-260B-BF4B-9C53-07199AFB5A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575" y="368300"/>
            <a:ext cx="11880850" cy="695846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r>
              <a:rPr lang="en-GB"/>
              <a:t>CONTACT</a:t>
            </a:r>
          </a:p>
        </p:txBody>
      </p:sp>
    </p:spTree>
    <p:extLst>
      <p:ext uri="{BB962C8B-B14F-4D97-AF65-F5344CB8AC3E}">
        <p14:creationId xmlns:p14="http://schemas.microsoft.com/office/powerpoint/2010/main" val="48843328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-black"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C00A2D29-7AA3-A94D-9A15-74BBC1A99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fld id="{2066355A-084C-D24E-9AD2-7E4FC41EA6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BA2BEA07-15C2-B641-AC43-8A9E1F2692B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575" y="368300"/>
            <a:ext cx="11880850" cy="695846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r>
              <a:rPr lang="en-GB"/>
              <a:t>CONTACT</a:t>
            </a:r>
          </a:p>
        </p:txBody>
      </p:sp>
      <p:sp>
        <p:nvSpPr>
          <p:cNvPr id="8" name="Text Placeholder 11">
            <a:extLst>
              <a:ext uri="{FF2B5EF4-FFF2-40B4-BE49-F238E27FC236}">
                <a16:creationId xmlns:a16="http://schemas.microsoft.com/office/drawing/2014/main" id="{E2878715-DF52-EF41-A69F-A062F370E1E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5575" y="1842992"/>
            <a:ext cx="3960813" cy="3925984"/>
          </a:xfrm>
        </p:spPr>
        <p:txBody>
          <a:bodyPr lIns="0" tIns="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sz="1400" b="0" i="0" baseline="0">
                <a:solidFill>
                  <a:schemeClr val="tx1"/>
                </a:solidFill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400" b="0" i="0" baseline="0">
                <a:solidFill>
                  <a:schemeClr val="tx1"/>
                </a:solidFill>
                <a:latin typeface="GT America Regular"/>
                <a:ea typeface="Aptos" charset="0"/>
                <a:cs typeface="Aptos" charset="0"/>
              </a:defRPr>
            </a:lvl2pPr>
            <a:lvl3pPr marL="0" indent="0">
              <a:buFont typeface="Lucida Grande"/>
              <a:buNone/>
              <a:defRPr sz="1400"/>
            </a:lvl3pPr>
            <a:lvl4pPr marL="0" indent="0">
              <a:buFont typeface="Lucida Grande"/>
              <a:buNone/>
              <a:defRPr sz="1400"/>
            </a:lvl4pPr>
            <a:lvl5pPr marL="0" indent="0">
              <a:buFont typeface="Lucida Grande"/>
              <a:buNone/>
              <a:defRPr sz="1400" baseline="0"/>
            </a:lvl5pPr>
            <a:lvl6pPr marL="0" indent="0">
              <a:buFont typeface="Lucida Grande"/>
              <a:buNone/>
              <a:defRPr sz="1400"/>
            </a:lvl6pPr>
            <a:lvl7pPr marL="0" indent="0">
              <a:buFont typeface="Lucida Grande"/>
              <a:buNone/>
              <a:defRPr sz="1400"/>
            </a:lvl7pPr>
            <a:lvl8pPr marL="0" indent="0">
              <a:buFont typeface="Lucida Grande"/>
              <a:buNone/>
              <a:defRPr sz="1400"/>
            </a:lvl8pPr>
            <a:lvl9pPr marL="0" indent="0">
              <a:buFont typeface="Lucida Grande"/>
              <a:buNone/>
              <a:defRPr sz="1400">
                <a:latin typeface="+mn-lt"/>
              </a:defRPr>
            </a:lvl9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/>
            </a:pPr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690930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right-c"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C00A2D29-7AA3-A94D-9A15-74BBC1A99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fld id="{2066355A-084C-D24E-9AD2-7E4FC41EA6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8CABC661-78D7-B844-9890-EC5A1167C98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12192000" cy="6857999"/>
          </a:xfrm>
          <a:noFill/>
        </p:spPr>
        <p:txBody>
          <a:bodyPr tIns="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 baseline="0"/>
            </a:lvl1pPr>
          </a:lstStyle>
          <a:p>
            <a:endParaRPr lang="en-US" dirty="0"/>
          </a:p>
          <a:p>
            <a:endParaRPr lang="en-US" dirty="0"/>
          </a:p>
          <a:p>
            <a:r>
              <a:rPr lang="en-US" dirty="0"/>
              <a:t>Drag picture to placeholder or select placeholder and click Insert &gt; Photo</a:t>
            </a:r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FA7D8431-29D8-FB4B-9B2A-3E4A4F3C4FD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55575" y="1449388"/>
            <a:ext cx="11880850" cy="4319587"/>
          </a:xfrm>
          <a:solidFill>
            <a:schemeClr val="bg1">
              <a:lumMod val="85000"/>
              <a:lumOff val="15000"/>
            </a:schemeClr>
          </a:solidFill>
        </p:spPr>
        <p:txBody>
          <a:bodyPr lIns="108000" tIns="54000" rIns="108000" bIns="108000"/>
          <a:lstStyle>
            <a:lvl1pPr marL="0" indent="0" algn="ctr">
              <a:buFont typeface="Lucida Grande"/>
              <a:buNone/>
              <a:defRPr sz="3000" b="0" i="0">
                <a:solidFill>
                  <a:schemeClr val="tx1"/>
                </a:solidFill>
                <a:effectLst/>
                <a:latin typeface="Aptos" pitchFamily="2" charset="0"/>
                <a:ea typeface="Aptos" charset="0"/>
                <a:cs typeface="Aptos" charset="0"/>
              </a:defRPr>
            </a:lvl1pPr>
            <a:lvl2pPr marL="0" indent="0" algn="ctr">
              <a:buFont typeface="Lucida Grande"/>
              <a:buNone/>
              <a:defRPr sz="3000" b="0" i="0">
                <a:solidFill>
                  <a:schemeClr val="tx1"/>
                </a:solidFill>
                <a:effectLst/>
                <a:latin typeface="Aptos" pitchFamily="2" charset="0"/>
                <a:ea typeface="Aptos" charset="0"/>
                <a:cs typeface="Aptos" charset="0"/>
              </a:defRPr>
            </a:lvl2pPr>
            <a:lvl3pPr marL="0" indent="0" algn="ctr">
              <a:buFont typeface="Lucida Grande"/>
              <a:buNone/>
              <a:defRPr sz="3000" b="0" i="0">
                <a:solidFill>
                  <a:schemeClr val="tx1"/>
                </a:solidFill>
                <a:effectLst/>
                <a:latin typeface="Aptos" pitchFamily="2" charset="0"/>
                <a:ea typeface="Aptos" charset="0"/>
                <a:cs typeface="Aptos" charset="0"/>
              </a:defRPr>
            </a:lvl3pPr>
            <a:lvl4pPr marL="0" indent="0" algn="ctr">
              <a:buFont typeface="Lucida Grande"/>
              <a:buNone/>
              <a:defRPr sz="3000" b="0" i="0">
                <a:solidFill>
                  <a:schemeClr val="tx1"/>
                </a:solidFill>
                <a:effectLst/>
                <a:latin typeface="Aptos" pitchFamily="2" charset="0"/>
                <a:ea typeface="Aptos" charset="0"/>
                <a:cs typeface="Aptos" charset="0"/>
              </a:defRPr>
            </a:lvl4pPr>
            <a:lvl5pPr marL="0" indent="0" algn="ctr">
              <a:buFont typeface="Lucida Grande"/>
              <a:buNone/>
              <a:defRPr sz="3000" b="0" i="0" baseline="0">
                <a:solidFill>
                  <a:schemeClr val="tx1"/>
                </a:solidFill>
                <a:effectLst/>
                <a:latin typeface="Aptos" pitchFamily="2" charset="0"/>
                <a:ea typeface="Aptos" charset="0"/>
                <a:cs typeface="Aptos" charset="0"/>
              </a:defRPr>
            </a:lvl5pPr>
            <a:lvl6pPr marL="239994" indent="-239994">
              <a:buFont typeface="Lucida Grande"/>
              <a:buChar char="-"/>
              <a:defRPr sz="2000">
                <a:latin typeface="+mn-lt"/>
              </a:defRPr>
            </a:lvl6pPr>
            <a:lvl7pPr marL="239994" indent="-239994">
              <a:buFont typeface="Lucida Grande"/>
              <a:buChar char="-"/>
              <a:defRPr sz="2000">
                <a:latin typeface="+mn-lt"/>
              </a:defRPr>
            </a:lvl7pPr>
            <a:lvl8pPr marL="239994" indent="-239994">
              <a:buFont typeface="Lucida Grande"/>
              <a:buChar char="-"/>
              <a:defRPr sz="2000">
                <a:latin typeface="+mn-lt"/>
              </a:defRPr>
            </a:lvl8pPr>
            <a:lvl9pPr marL="239994" indent="-239994">
              <a:buFont typeface="Lucida Grande"/>
              <a:buChar char="-"/>
              <a:defRPr sz="2000">
                <a:latin typeface="+mn-lt"/>
              </a:defRPr>
            </a:lvl9pPr>
          </a:lstStyle>
          <a:p>
            <a:pPr lvl="0"/>
            <a:endParaRPr lang="en-US"/>
          </a:p>
          <a:p>
            <a:pPr lvl="0"/>
            <a:endParaRPr lang="en-US"/>
          </a:p>
          <a:p>
            <a:pPr lvl="0"/>
            <a:r>
              <a:rPr lang="en-US"/>
              <a:t>Edit Master text styles</a:t>
            </a:r>
          </a:p>
          <a:p>
            <a:pPr lvl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62168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2x2-2-body-b"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C00A2D29-7AA3-A94D-9A15-74BBC1A99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fld id="{2066355A-084C-D24E-9AD2-7E4FC41EA6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E8858E47-C8ED-0E4F-9C87-8E89A7187E1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32448" y="4447309"/>
            <a:ext cx="3639898" cy="692727"/>
          </a:xfrm>
          <a:noFill/>
        </p:spPr>
        <p:txBody>
          <a:bodyPr lIns="108000" tIns="54000" rIns="108000" bIns="108000">
            <a:noAutofit/>
          </a:bodyPr>
          <a:lstStyle>
            <a:lvl1pPr marL="0" indent="0">
              <a:buFont typeface="Lucida Grande"/>
              <a:buNone/>
              <a:defRPr sz="3000" b="0" i="0" baseline="0">
                <a:solidFill>
                  <a:schemeClr val="tx1"/>
                </a:solidFill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2000" b="1">
                <a:solidFill>
                  <a:schemeClr val="bg1"/>
                </a:solidFill>
                <a:latin typeface="Aptos" charset="0"/>
                <a:ea typeface="Aptos" charset="0"/>
                <a:cs typeface="Aptos" charset="0"/>
              </a:defRPr>
            </a:lvl2pPr>
            <a:lvl3pPr marL="239994" indent="-239994">
              <a:buFont typeface="Lucida Grande"/>
              <a:buChar char="-"/>
              <a:defRPr sz="2000">
                <a:latin typeface="+mn-lt"/>
              </a:defRPr>
            </a:lvl3pPr>
            <a:lvl4pPr marL="239994" indent="-239994">
              <a:buFont typeface="Lucida Grande"/>
              <a:buChar char="-"/>
              <a:defRPr sz="2000">
                <a:latin typeface="+mn-lt"/>
              </a:defRPr>
            </a:lvl4pPr>
            <a:lvl5pPr marL="239994" indent="-239994">
              <a:buFont typeface="Lucida Grande"/>
              <a:buChar char="-"/>
              <a:defRPr sz="2000" baseline="0">
                <a:latin typeface="+mn-lt"/>
              </a:defRPr>
            </a:lvl5pPr>
            <a:lvl6pPr marL="239994" indent="-239994">
              <a:buFont typeface="Lucida Grande"/>
              <a:buChar char="-"/>
              <a:defRPr sz="2000">
                <a:latin typeface="+mn-lt"/>
              </a:defRPr>
            </a:lvl6pPr>
            <a:lvl7pPr marL="239994" indent="-239994">
              <a:buFont typeface="Lucida Grande"/>
              <a:buChar char="-"/>
              <a:defRPr sz="2000">
                <a:latin typeface="+mn-lt"/>
              </a:defRPr>
            </a:lvl7pPr>
            <a:lvl8pPr marL="239994" indent="-239994">
              <a:buFont typeface="Lucida Grande"/>
              <a:buChar char="-"/>
              <a:defRPr sz="2000">
                <a:latin typeface="+mn-lt"/>
              </a:defRPr>
            </a:lvl8pPr>
            <a:lvl9pPr marL="239994" indent="-239994">
              <a:buFont typeface="Lucida Grande"/>
              <a:buChar char="-"/>
              <a:defRPr sz="2000">
                <a:latin typeface="+mn-lt"/>
              </a:defRPr>
            </a:lvl9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12B0A019-50E2-5144-9B63-224CAD5048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25520" y="5213492"/>
            <a:ext cx="3639898" cy="1311999"/>
          </a:xfrm>
          <a:noFill/>
        </p:spPr>
        <p:txBody>
          <a:bodyPr lIns="108000" tIns="54000" rIns="108000" bIns="108000">
            <a:normAutofit/>
          </a:bodyPr>
          <a:lstStyle>
            <a:lvl1pPr marL="0" indent="0">
              <a:buFont typeface="Lucida Grande"/>
              <a:buNone/>
              <a:defRPr sz="1500" b="0" i="0">
                <a:solidFill>
                  <a:schemeClr val="tx1"/>
                </a:solidFill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500" b="0" i="0">
                <a:solidFill>
                  <a:schemeClr val="tx1"/>
                </a:solidFill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239994" indent="-239994">
              <a:buFont typeface="Lucida Grande"/>
              <a:buChar char="-"/>
              <a:defRPr sz="2000">
                <a:latin typeface="+mn-lt"/>
              </a:defRPr>
            </a:lvl3pPr>
            <a:lvl4pPr marL="239994" indent="-239994">
              <a:buFont typeface="Lucida Grande"/>
              <a:buChar char="-"/>
              <a:defRPr sz="2000">
                <a:latin typeface="+mn-lt"/>
              </a:defRPr>
            </a:lvl4pPr>
            <a:lvl5pPr marL="239994" indent="-239994">
              <a:buFont typeface="Lucida Grande"/>
              <a:buChar char="-"/>
              <a:defRPr sz="2000" baseline="0">
                <a:latin typeface="+mn-lt"/>
              </a:defRPr>
            </a:lvl5pPr>
            <a:lvl6pPr marL="239994" indent="-239994">
              <a:buFont typeface="Lucida Grande"/>
              <a:buChar char="-"/>
              <a:defRPr sz="2000">
                <a:latin typeface="+mn-lt"/>
              </a:defRPr>
            </a:lvl6pPr>
            <a:lvl7pPr marL="239994" indent="-239994">
              <a:buFont typeface="Lucida Grande"/>
              <a:buChar char="-"/>
              <a:defRPr sz="2000">
                <a:latin typeface="+mn-lt"/>
              </a:defRPr>
            </a:lvl7pPr>
            <a:lvl8pPr marL="239994" indent="-239994">
              <a:buFont typeface="Lucida Grande"/>
              <a:buChar char="-"/>
              <a:defRPr sz="2000">
                <a:latin typeface="+mn-lt"/>
              </a:defRPr>
            </a:lvl8pPr>
            <a:lvl9pPr marL="239994" indent="-239994">
              <a:buFont typeface="Lucida Grande"/>
              <a:buChar char="-"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3340150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-3-centered-c"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C00A2D29-7AA3-A94D-9A15-74BBC1A99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fld id="{2066355A-084C-D24E-9AD2-7E4FC41EA6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F5037BE7-AF48-B34B-A7D1-D9FAB7E1A79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4131" y="1990164"/>
            <a:ext cx="3600000" cy="4498549"/>
          </a:xfrm>
        </p:spPr>
        <p:txBody>
          <a:bodyPr/>
          <a:lstStyle>
            <a:lvl1pPr marL="0" indent="0">
              <a:buNone/>
              <a:defRPr sz="2000" b="0" i="0" u="none" baseline="0">
                <a:latin typeface="Aptos" panose="02000503000000020004" pitchFamily="2" charset="0"/>
                <a:ea typeface="Aptos" panose="02000503000000020004" pitchFamily="2" charset="0"/>
                <a:cs typeface="Big Caslon Medium" charset="0"/>
              </a:defRPr>
            </a:lvl1pPr>
            <a:lvl2pPr marL="383990" indent="0">
              <a:buNone/>
              <a:defRPr/>
            </a:lvl2pPr>
            <a:lvl3pPr marL="0" indent="0">
              <a:buNone/>
              <a:defRPr/>
            </a:lvl3pPr>
            <a:lvl4pPr marL="38399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Edit Master text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311687F-5023-FB48-8B91-F280487208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66096" cy="1081088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FF50AE9E-C3F0-6E48-AF7E-9A670CCA875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296000" y="1990164"/>
            <a:ext cx="3600000" cy="4498550"/>
          </a:xfrm>
        </p:spPr>
        <p:txBody>
          <a:bodyPr/>
          <a:lstStyle>
            <a:lvl1pPr marL="0" indent="0">
              <a:buNone/>
              <a:defRPr sz="2000" b="0" i="0" u="none" baseline="0">
                <a:latin typeface="Aptos" panose="02000503000000020004" pitchFamily="2" charset="0"/>
                <a:ea typeface="Aptos" panose="02000503000000020004" pitchFamily="2" charset="0"/>
                <a:cs typeface="Big Caslon Medium" charset="0"/>
              </a:defRPr>
            </a:lvl1pPr>
            <a:lvl2pPr marL="383990" indent="0">
              <a:buNone/>
              <a:defRPr/>
            </a:lvl2pPr>
            <a:lvl3pPr marL="0" indent="0">
              <a:buNone/>
              <a:defRPr/>
            </a:lvl3pPr>
            <a:lvl4pPr marL="38399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Edit Master text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C3C258C4-0E5F-094A-9ABD-F55815270D3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427869" y="1990164"/>
            <a:ext cx="3600000" cy="4498550"/>
          </a:xfrm>
        </p:spPr>
        <p:txBody>
          <a:bodyPr/>
          <a:lstStyle>
            <a:lvl1pPr marL="0" indent="0">
              <a:buNone/>
              <a:defRPr sz="2000" b="0" i="0" u="none" baseline="0">
                <a:latin typeface="Aptos" panose="02000503000000020004" pitchFamily="2" charset="0"/>
                <a:ea typeface="Aptos" panose="02000503000000020004" pitchFamily="2" charset="0"/>
                <a:cs typeface="Big Caslon Medium" charset="0"/>
              </a:defRPr>
            </a:lvl1pPr>
            <a:lvl2pPr marL="383990" indent="0">
              <a:buNone/>
              <a:defRPr/>
            </a:lvl2pPr>
            <a:lvl3pPr marL="0" indent="0">
              <a:buNone/>
              <a:defRPr/>
            </a:lvl3pPr>
            <a:lvl4pPr marL="38399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243873984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centered-b"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C00A2D29-7AA3-A94D-9A15-74BBC1A99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fld id="{2066355A-084C-D24E-9AD2-7E4FC41EA6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90A909-BB51-A64E-A153-706A25CCCD8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55575" y="1628775"/>
            <a:ext cx="11880850" cy="4877182"/>
          </a:xfrm>
          <a:prstGeom prst="rect">
            <a:avLst/>
          </a:prstGeom>
        </p:spPr>
        <p:txBody>
          <a:bodyPr vert="horz" lIns="0" tIns="54000" rIns="0" bIns="0" rtlCol="0">
            <a:noAutofit/>
          </a:bodyPr>
          <a:lstStyle>
            <a:lvl1pPr>
              <a:defRPr b="0" i="0"/>
            </a:lvl1pPr>
            <a:lvl2pPr>
              <a:defRPr b="0" i="0"/>
            </a:lvl2pPr>
            <a:lvl3pPr>
              <a:defRPr b="0" i="0"/>
            </a:lvl3pPr>
            <a:lvl4pPr>
              <a:defRPr b="0" i="0"/>
            </a:lvl4pPr>
            <a:lvl5pPr>
              <a:defRPr b="0" i="0">
                <a:latin typeface="Aptos" panose="02000503000000020004" pitchFamily="2" charset="0"/>
              </a:defRPr>
            </a:lvl5pPr>
            <a:lvl6pPr>
              <a:defRPr/>
            </a:lvl6pPr>
            <a:lvl7pPr>
              <a:defRPr baseline="0"/>
            </a:lvl7pPr>
            <a:lvl8pPr>
              <a:defRPr baseline="0"/>
            </a:lvl8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25196C4-789B-2941-9FAE-BA826B35F0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28406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2-column"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C00A2D29-7AA3-A94D-9A15-74BBC1A99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fld id="{2066355A-084C-D24E-9AD2-7E4FC41EA6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D7773D7-C41A-3440-A29F-405DFA3DF424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55575" y="1631581"/>
            <a:ext cx="5326123" cy="506515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FA4530F5-9439-674C-985D-296D41BB99E0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6710304" y="1631581"/>
            <a:ext cx="5328240" cy="506515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AEBDB4B-3882-E14D-8868-6C9E54469D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solidFill>
                  <a:schemeClr val="tx1"/>
                </a:solidFill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5022189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aster-base"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5669132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slideLayout" Target="../slideLayouts/slideLayout58.xml"/><Relationship Id="rId59" Type="http://schemas.openxmlformats.org/officeDocument/2006/relationships/slideLayout" Target="../slideLayouts/slideLayout59.xml"/><Relationship Id="rId60" Type="http://schemas.openxmlformats.org/officeDocument/2006/relationships/theme" Target="../theme/theme1.xml"/><Relationship Id="rId61" Type="http://schemas.openxmlformats.org/officeDocument/2006/relationships/tags" Target="../tags/tag1.xml"/><Relationship Id="rId62" Type="http://schemas.openxmlformats.org/officeDocument/2006/relationships/oleObject" Target="../embeddings/oleObject1.bin"/><Relationship Id="rId63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A9611498-2B1D-2DEC-8DD0-5EB82CD2407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61"/>
            </p:custDataLst>
            <p:extLst>
              <p:ext uri="{D42A27DB-BD31-4B8C-83A1-F6EECF244321}">
                <p14:modId xmlns:p14="http://schemas.microsoft.com/office/powerpoint/2010/main" val="83664670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2" imgW="461" imgH="464" progId="TCLayout.ActiveDocument.1">
                  <p:embed/>
                </p:oleObj>
              </mc:Choice>
              <mc:Fallback>
                <p:oleObj name="think-cell Slide" r:id="rId62" imgW="461" imgH="464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9611498-2B1D-2DEC-8DD0-5EB82CD2407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5575" y="368303"/>
            <a:ext cx="11880850" cy="1081083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5575" y="1977557"/>
            <a:ext cx="11880850" cy="4569600"/>
          </a:xfrm>
          <a:prstGeom prst="rect">
            <a:avLst/>
          </a:prstGeom>
        </p:spPr>
        <p:txBody>
          <a:bodyPr vert="horz" lIns="0" tIns="54000" rIns="0" bIns="0" rtlCol="0">
            <a:no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C31225D-0325-2840-8AEE-1E19A3FAE499}"/>
              </a:ext>
            </a:extLst>
          </p:cNvPr>
          <p:cNvCxnSpPr>
            <a:cxnSpLocks/>
          </p:cNvCxnSpPr>
          <p:nvPr userDrawn="1"/>
        </p:nvCxnSpPr>
        <p:spPr>
          <a:xfrm>
            <a:off x="0" y="361568"/>
            <a:ext cx="12192000" cy="0"/>
          </a:xfrm>
          <a:prstGeom prst="line">
            <a:avLst/>
          </a:prstGeom>
          <a:ln w="3175">
            <a:solidFill>
              <a:schemeClr val="tx2">
                <a:lumMod val="75000"/>
                <a:alpha val="9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1290A60-8ED6-2443-8FB5-49504FCCDE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7636" y="86656"/>
            <a:ext cx="1322917" cy="192000"/>
          </a:xfrm>
          <a:prstGeom prst="rect">
            <a:avLst/>
          </a:prstGeom>
        </p:spPr>
        <p:txBody>
          <a:bodyPr/>
          <a:lstStyle>
            <a:lvl1pPr algn="r">
              <a:defRPr sz="800" b="0" i="0">
                <a:solidFill>
                  <a:schemeClr val="tx1"/>
                </a:solidFill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defRPr>
            </a:lvl1pPr>
          </a:lstStyle>
          <a:p>
            <a:fld id="{2066355A-084C-D24E-9AD2-7E4FC41EA6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BDD0229F-1B97-A24C-8D24-2FA2561FB550}"/>
              </a:ext>
            </a:extLst>
          </p:cNvPr>
          <p:cNvSpPr txBox="1">
            <a:spLocks/>
          </p:cNvSpPr>
          <p:nvPr userDrawn="1"/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solidFill>
                <a:srgbClr val="000000"/>
              </a:solidFill>
              <a:latin typeface="Noto Mono" panose="020B0609030804020204" pitchFamily="49" charset="0"/>
              <a:ea typeface="Noto Mono" panose="020B0609030804020204" pitchFamily="49" charset="0"/>
              <a:cs typeface="Noto Mon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97980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50" r:id="rId1"/>
    <p:sldLayoutId id="2147484256" r:id="rId2"/>
    <p:sldLayoutId id="2147484188" r:id="rId3"/>
    <p:sldLayoutId id="2147484116" r:id="rId4"/>
    <p:sldLayoutId id="2147484515" r:id="rId5"/>
    <p:sldLayoutId id="2147484119" r:id="rId6"/>
    <p:sldLayoutId id="2147484122" r:id="rId7"/>
    <p:sldLayoutId id="2147484125" r:id="rId8"/>
    <p:sldLayoutId id="2147484261" r:id="rId9"/>
    <p:sldLayoutId id="2147484131" r:id="rId10"/>
    <p:sldLayoutId id="2147484137" r:id="rId11"/>
    <p:sldLayoutId id="2147484140" r:id="rId12"/>
    <p:sldLayoutId id="2147484143" r:id="rId13"/>
    <p:sldLayoutId id="2147484146" r:id="rId14"/>
    <p:sldLayoutId id="2147484147" r:id="rId15"/>
    <p:sldLayoutId id="2147484516" r:id="rId16"/>
    <p:sldLayoutId id="2147484149" r:id="rId17"/>
    <p:sldLayoutId id="2147484153" r:id="rId18"/>
    <p:sldLayoutId id="2147484156" r:id="rId19"/>
    <p:sldLayoutId id="2147484164" r:id="rId20"/>
    <p:sldLayoutId id="2147484170" r:id="rId21"/>
    <p:sldLayoutId id="2147484173" r:id="rId22"/>
    <p:sldLayoutId id="2147484176" r:id="rId23"/>
    <p:sldLayoutId id="2147484179" r:id="rId24"/>
    <p:sldLayoutId id="2147484185" r:id="rId25"/>
    <p:sldLayoutId id="2147484368" r:id="rId26"/>
    <p:sldLayoutId id="2147484295" r:id="rId27"/>
    <p:sldLayoutId id="2147484353" r:id="rId28"/>
    <p:sldLayoutId id="2147484352" r:id="rId29"/>
    <p:sldLayoutId id="2147484394" r:id="rId30"/>
    <p:sldLayoutId id="2147484191" r:id="rId31"/>
    <p:sldLayoutId id="2147484327" r:id="rId32"/>
    <p:sldLayoutId id="2147484358" r:id="rId33"/>
    <p:sldLayoutId id="2147484298" r:id="rId34"/>
    <p:sldLayoutId id="2147484294" r:id="rId35"/>
    <p:sldLayoutId id="2147484330" r:id="rId36"/>
    <p:sldLayoutId id="2147484359" r:id="rId37"/>
    <p:sldLayoutId id="2147484299" r:id="rId38"/>
    <p:sldLayoutId id="2147484342" r:id="rId39"/>
    <p:sldLayoutId id="2147484348" r:id="rId40"/>
    <p:sldLayoutId id="2147484345" r:id="rId41"/>
    <p:sldLayoutId id="2147484763" r:id="rId42"/>
    <p:sldLayoutId id="2147484333" r:id="rId43"/>
    <p:sldLayoutId id="2147484300" r:id="rId44"/>
    <p:sldLayoutId id="2147484293" r:id="rId45"/>
    <p:sldLayoutId id="2147484235" r:id="rId46"/>
    <p:sldLayoutId id="2147484363" r:id="rId47"/>
    <p:sldLayoutId id="2147484390" r:id="rId48"/>
    <p:sldLayoutId id="2147484391" r:id="rId49"/>
    <p:sldLayoutId id="2147484393" r:id="rId50"/>
    <p:sldLayoutId id="2147484252" r:id="rId51"/>
    <p:sldLayoutId id="2147484253" r:id="rId52"/>
    <p:sldLayoutId id="2147484518" r:id="rId53"/>
    <p:sldLayoutId id="2147484663" r:id="rId54"/>
    <p:sldLayoutId id="2147484664" r:id="rId55"/>
    <p:sldLayoutId id="2147484666" r:id="rId56"/>
    <p:sldLayoutId id="2147484678" r:id="rId57"/>
    <p:sldLayoutId id="2147484698" r:id="rId58"/>
    <p:sldLayoutId id="2147484764" r:id="rId59"/>
  </p:sldLayoutIdLst>
  <p:hf hdr="0" ftr="0"/>
  <p:txStyles>
    <p:titleStyle>
      <a:lvl1pPr algn="l" defTabSz="609585" rtl="0" eaLnBrk="1" latinLnBrk="0" hangingPunct="1">
        <a:lnSpc>
          <a:spcPct val="100000"/>
        </a:lnSpc>
        <a:spcBef>
          <a:spcPct val="0"/>
        </a:spcBef>
        <a:buNone/>
        <a:defRPr sz="2400" b="0" i="0" kern="1200" baseline="0">
          <a:solidFill>
            <a:schemeClr val="tx1"/>
          </a:solidFill>
          <a:latin typeface="Aptos" pitchFamily="2" charset="0"/>
          <a:ea typeface="Aptos" charset="0"/>
          <a:cs typeface="Aptos" charset="0"/>
        </a:defRPr>
      </a:lvl1pPr>
    </p:titleStyle>
    <p:bodyStyle>
      <a:lvl1pPr marL="0" indent="0" algn="l" defTabSz="609585" rtl="0" eaLnBrk="1" latinLnBrk="0" hangingPunct="1">
        <a:lnSpc>
          <a:spcPct val="100000"/>
        </a:lnSpc>
        <a:spcBef>
          <a:spcPts val="0"/>
        </a:spcBef>
        <a:buFont typeface="Franklin Gothic Book" panose="020B0503020102020204" pitchFamily="34" charset="0"/>
        <a:buNone/>
        <a:defRPr sz="1733" b="0" i="0" kern="1200" spc="0">
          <a:solidFill>
            <a:schemeClr val="tx1"/>
          </a:solidFill>
          <a:latin typeface="Aptos" panose="02000503000000020004" pitchFamily="2" charset="0"/>
          <a:ea typeface="Aptos" charset="0"/>
          <a:cs typeface="Aptos" charset="0"/>
        </a:defRPr>
      </a:lvl1pPr>
      <a:lvl2pPr marL="623984" indent="-239994" algn="l" defTabSz="609585" rtl="0" eaLnBrk="1" latinLnBrk="0" hangingPunct="1">
        <a:lnSpc>
          <a:spcPct val="100000"/>
        </a:lnSpc>
        <a:spcBef>
          <a:spcPts val="0"/>
        </a:spcBef>
        <a:buFont typeface="Franklin Gothic Book" panose="020B0503020102020204" pitchFamily="34" charset="0"/>
        <a:buChar char="-"/>
        <a:defRPr sz="1733" b="0" i="0" kern="1200" spc="0">
          <a:solidFill>
            <a:schemeClr val="tx1"/>
          </a:solidFill>
          <a:latin typeface="Aptos" panose="02000503000000020004" pitchFamily="2" charset="0"/>
          <a:ea typeface="Aptos" charset="0"/>
          <a:cs typeface="Aptos" charset="0"/>
        </a:defRPr>
      </a:lvl2pPr>
      <a:lvl3pPr marL="239994" indent="-239994" algn="l" defTabSz="609585" rtl="0" eaLnBrk="1" latinLnBrk="0" hangingPunct="1">
        <a:lnSpc>
          <a:spcPct val="100000"/>
        </a:lnSpc>
        <a:spcBef>
          <a:spcPts val="0"/>
        </a:spcBef>
        <a:buFont typeface="Franklin Gothic Book" panose="020B0503020102020204" pitchFamily="34" charset="0"/>
        <a:buChar char="-"/>
        <a:defRPr sz="1467" b="0" i="0" kern="1200" spc="0">
          <a:solidFill>
            <a:schemeClr val="tx1"/>
          </a:solidFill>
          <a:latin typeface="Aptos" panose="02000503000000020004" pitchFamily="2" charset="0"/>
          <a:ea typeface="Aptos" charset="0"/>
          <a:cs typeface="Aptos" charset="0"/>
        </a:defRPr>
      </a:lvl3pPr>
      <a:lvl4pPr marL="623984" indent="-239994" algn="l" defTabSz="609585" rtl="0" eaLnBrk="1" latinLnBrk="0" hangingPunct="1">
        <a:lnSpc>
          <a:spcPct val="100000"/>
        </a:lnSpc>
        <a:spcBef>
          <a:spcPts val="0"/>
        </a:spcBef>
        <a:buFont typeface="Franklin Gothic Book" panose="020B0503020102020204" pitchFamily="34" charset="0"/>
        <a:buChar char="-"/>
        <a:defRPr sz="1467" b="0" i="0" kern="1200" spc="0">
          <a:solidFill>
            <a:schemeClr val="tx1"/>
          </a:solidFill>
          <a:latin typeface="Aptos" panose="02000503000000020004" pitchFamily="2" charset="0"/>
          <a:ea typeface="Aptos" charset="0"/>
          <a:cs typeface="Aptos" charset="0"/>
        </a:defRPr>
      </a:lvl4pPr>
      <a:lvl5pPr marL="239994" indent="-239994" algn="l" defTabSz="609585" rtl="0" eaLnBrk="1" latinLnBrk="0" hangingPunct="1">
        <a:lnSpc>
          <a:spcPct val="100000"/>
        </a:lnSpc>
        <a:spcBef>
          <a:spcPts val="0"/>
        </a:spcBef>
        <a:buFont typeface="Franklin Gothic Book" panose="020B0503020102020204" pitchFamily="34" charset="0"/>
        <a:buChar char="-"/>
        <a:defRPr sz="2000" b="0" i="0" kern="1200" spc="0">
          <a:solidFill>
            <a:schemeClr val="tx1"/>
          </a:solidFill>
          <a:latin typeface="GT America Regular"/>
          <a:ea typeface="Aptos" charset="0"/>
          <a:cs typeface="Aptos" charset="0"/>
        </a:defRPr>
      </a:lvl5pPr>
      <a:lvl6pPr marL="239994" indent="-239994" algn="l" defTabSz="609585" rtl="0" eaLnBrk="1" latinLnBrk="0" hangingPunct="1">
        <a:lnSpc>
          <a:spcPct val="100000"/>
        </a:lnSpc>
        <a:spcBef>
          <a:spcPts val="0"/>
        </a:spcBef>
        <a:buFont typeface="Franklin Gothic Book" panose="020B0503020102020204" pitchFamily="34" charset="0"/>
        <a:buChar char="-"/>
        <a:defRPr sz="2000" kern="1200" spc="0" baseline="0">
          <a:solidFill>
            <a:schemeClr val="tx1"/>
          </a:solidFill>
          <a:latin typeface="+mn-lt"/>
          <a:ea typeface="+mn-ea"/>
          <a:cs typeface="+mn-cs"/>
        </a:defRPr>
      </a:lvl6pPr>
      <a:lvl7pPr marL="239994" indent="-239994" algn="l" defTabSz="609585" rtl="0" eaLnBrk="1" latinLnBrk="0" hangingPunct="1">
        <a:lnSpc>
          <a:spcPct val="100000"/>
        </a:lnSpc>
        <a:spcBef>
          <a:spcPts val="0"/>
        </a:spcBef>
        <a:buFont typeface="Franklin Gothic Book" panose="020B0503020102020204" pitchFamily="34" charset="0"/>
        <a:buChar char="-"/>
        <a:defRPr sz="2000" kern="1200" spc="0" baseline="0">
          <a:solidFill>
            <a:schemeClr val="tx1"/>
          </a:solidFill>
          <a:latin typeface="+mn-lt"/>
          <a:ea typeface="+mn-ea"/>
          <a:cs typeface="+mn-cs"/>
        </a:defRPr>
      </a:lvl7pPr>
      <a:lvl8pPr marL="239994" indent="-239994" algn="l" defTabSz="609585" rtl="0" eaLnBrk="1" latinLnBrk="0" hangingPunct="1">
        <a:lnSpc>
          <a:spcPct val="100000"/>
        </a:lnSpc>
        <a:spcBef>
          <a:spcPts val="0"/>
        </a:spcBef>
        <a:buFont typeface="Franklin Gothic Book" panose="020B0503020102020204" pitchFamily="34" charset="0"/>
        <a:buChar char="-"/>
        <a:defRPr sz="2000" kern="1200" spc="0" baseline="0">
          <a:solidFill>
            <a:schemeClr val="tx1"/>
          </a:solidFill>
          <a:latin typeface="+mn-lt"/>
          <a:ea typeface="+mn-ea"/>
          <a:cs typeface="+mn-cs"/>
        </a:defRPr>
      </a:lvl8pPr>
      <a:lvl9pPr marL="239994" indent="-239994" algn="l" defTabSz="609585" rtl="0" eaLnBrk="1" latinLnBrk="0" hangingPunct="1">
        <a:lnSpc>
          <a:spcPct val="100000"/>
        </a:lnSpc>
        <a:spcBef>
          <a:spcPts val="0"/>
        </a:spcBef>
        <a:buFont typeface="Franklin Gothic Book" panose="020B0503020102020204" pitchFamily="34" charset="0"/>
        <a:buChar char="-"/>
        <a:defRPr sz="2000" kern="1200" spc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273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98" userDrawn="1">
          <p15:clr>
            <a:srgbClr val="F26B43"/>
          </p15:clr>
        </p15:guide>
        <p15:guide id="4" pos="2593" userDrawn="1">
          <p15:clr>
            <a:srgbClr val="F26B43"/>
          </p15:clr>
        </p15:guide>
        <p15:guide id="5" pos="1345" userDrawn="1">
          <p15:clr>
            <a:srgbClr val="F26B43"/>
          </p15:clr>
        </p15:guide>
        <p15:guide id="6" pos="5087" userDrawn="1">
          <p15:clr>
            <a:srgbClr val="F26B43"/>
          </p15:clr>
        </p15:guide>
        <p15:guide id="7" pos="6335" userDrawn="1">
          <p15:clr>
            <a:srgbClr val="F26B43"/>
          </p15:clr>
        </p15:guide>
        <p15:guide id="8" pos="7582" userDrawn="1">
          <p15:clr>
            <a:srgbClr val="F26B43"/>
          </p15:clr>
        </p15:guide>
        <p15:guide id="9" orient="horz" pos="913" userDrawn="1">
          <p15:clr>
            <a:srgbClr val="F26B43"/>
          </p15:clr>
        </p15:guide>
        <p15:guide id="11" orient="horz" pos="4315" userDrawn="1">
          <p15:clr>
            <a:srgbClr val="F26B43"/>
          </p15:clr>
        </p15:guide>
        <p15:guide id="12" orient="horz" pos="232" userDrawn="1">
          <p15:clr>
            <a:srgbClr val="F26B43"/>
          </p15:clr>
        </p15:guide>
        <p15:guide id="13" orient="horz" pos="1593" userDrawn="1">
          <p15:clr>
            <a:srgbClr val="F26B43"/>
          </p15:clr>
        </p15:guide>
        <p15:guide id="14" orient="horz" pos="2954" userDrawn="1">
          <p15:clr>
            <a:srgbClr val="F26B43"/>
          </p15:clr>
        </p15:guide>
        <p15:guide id="15" orient="horz" pos="3634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026023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Inner Chapter 2020 master content white">
  <a:themeElements>
    <a:clrScheme name="Episode ">
      <a:dk1>
        <a:srgbClr val="000000"/>
      </a:dk1>
      <a:lt1>
        <a:srgbClr val="FFFFFF"/>
      </a:lt1>
      <a:dk2>
        <a:srgbClr val="5E5E5E"/>
      </a:dk2>
      <a:lt2>
        <a:srgbClr val="DDDDDD"/>
      </a:lt2>
      <a:accent1>
        <a:srgbClr val="FFD6D5"/>
      </a:accent1>
      <a:accent2>
        <a:srgbClr val="004479"/>
      </a:accent2>
      <a:accent3>
        <a:srgbClr val="FEFC78"/>
      </a:accent3>
      <a:accent4>
        <a:srgbClr val="000542"/>
      </a:accent4>
      <a:accent5>
        <a:srgbClr val="FEC306"/>
      </a:accent5>
      <a:accent6>
        <a:srgbClr val="FF2741"/>
      </a:accent6>
      <a:hlink>
        <a:srgbClr val="FFD7FF"/>
      </a:hlink>
      <a:folHlink>
        <a:srgbClr val="FF4C41"/>
      </a:folHlink>
    </a:clrScheme>
    <a:fontScheme name="Aptos">
      <a:majorFont>
        <a:latin typeface="Aptos" panose="020B0602020104020603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ptos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1"/>
        </a:solidFill>
        <a:ln>
          <a:noFill/>
        </a:ln>
      </a:spPr>
      <a:bodyPr lIns="0" tIns="0" rIns="0" bIns="0" rtlCol="0" anchor="ctr"/>
      <a:lstStyle>
        <a:defPPr algn="ctr">
          <a:defRPr sz="1500"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defRPr sz="15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5689EE1F-454F-164F-9F07-0A5A3628CDB9}" vid="{7ACBC569-B1AD-D44F-A40C-8419DD20B6C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084E27BF9909C49B6B2071A723661AD" ma:contentTypeVersion="15" ma:contentTypeDescription="Create a new document." ma:contentTypeScope="" ma:versionID="89e60d021bc748d53bc9aa7e10fcb79c">
  <xsd:schema xmlns:xsd="http://www.w3.org/2001/XMLSchema" xmlns:xs="http://www.w3.org/2001/XMLSchema" xmlns:p="http://schemas.microsoft.com/office/2006/metadata/properties" xmlns:ns2="1a430762-0c70-477c-9f99-4f0de377434a" xmlns:ns3="dade0ac3-28db-4265-865b-32f2de5ea973" targetNamespace="http://schemas.microsoft.com/office/2006/metadata/properties" ma:root="true" ma:fieldsID="808a36a81d09e8efd2087cc3a8bb7a3e" ns2:_="" ns3:_="">
    <xsd:import namespace="1a430762-0c70-477c-9f99-4f0de377434a"/>
    <xsd:import namespace="dade0ac3-28db-4265-865b-32f2de5ea97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a430762-0c70-477c-9f99-4f0de377434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fa1188ef-9c9a-4dc0-823e-f7ecebd9c17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ade0ac3-28db-4265-865b-32f2de5ea973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313fb653-ce7f-498a-9118-8c678ae9b656}" ma:internalName="TaxCatchAll" ma:showField="CatchAllData" ma:web="dade0ac3-28db-4265-865b-32f2de5ea97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a430762-0c70-477c-9f99-4f0de377434a">
      <Terms xmlns="http://schemas.microsoft.com/office/infopath/2007/PartnerControls"/>
    </lcf76f155ced4ddcb4097134ff3c332f>
    <TaxCatchAll xmlns="dade0ac3-28db-4265-865b-32f2de5ea973" xsi:nil="true"/>
  </documentManagement>
</p:properties>
</file>

<file path=customXml/itemProps1.xml><?xml version="1.0" encoding="utf-8"?>
<ds:datastoreItem xmlns:ds="http://schemas.openxmlformats.org/officeDocument/2006/customXml" ds:itemID="{7A644AE8-F151-4888-8DF4-98D970F781A3}">
  <ds:schemaRefs>
    <ds:schemaRef ds:uri="1a430762-0c70-477c-9f99-4f0de377434a"/>
    <ds:schemaRef ds:uri="dade0ac3-28db-4265-865b-32f2de5ea973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ACFE6C9F-5342-4768-9383-9F4246D3248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FB58357-47C5-445B-A342-D73F2F220B72}">
  <ds:schemaRefs>
    <ds:schemaRef ds:uri="1a430762-0c70-477c-9f99-4f0de377434a"/>
    <ds:schemaRef ds:uri="dade0ac3-28db-4265-865b-32f2de5ea973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5354cecc-0549-4241-8e61-4e4860470ed6}" enabled="1" method="Standard" siteId="{26ca13d3-00b1-4326-a52f-094eb0cb809a}" removed="0"/>
  <clbl:label id="{a9324442-4656-4fca-b26e-099b64ea741e}" enabled="1" method="Standard" siteId="{18a01ad8-9727-498a-a47d-17374c6fd9f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1" baseType="lpstr">
      <vt:lpstr>GT America Regular</vt:lpstr>
      <vt:lpstr>Noto Mono</vt:lpstr>
      <vt:lpstr>Aptos</vt:lpstr>
      <vt:lpstr>Arial</vt:lpstr>
      <vt:lpstr>Calibri</vt:lpstr>
      <vt:lpstr>Franklin Gothic Book</vt:lpstr>
      <vt:lpstr>Franklin Gothic Demi</vt:lpstr>
      <vt:lpstr>Lucida Grande</vt:lpstr>
      <vt:lpstr>Inner Chapter 2020 master content white</vt:lpstr>
      <vt:lpstr>think-cell Slide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Alex Wilson</dc:creator>
  <cp:keywords/>
  <dc:description/>
  <cp:lastModifiedBy>Tristan McInnis</cp:lastModifiedBy>
  <cp:revision>10</cp:revision>
  <cp:lastPrinted>2019-10-07T16:23:34Z</cp:lastPrinted>
  <dcterms:created xsi:type="dcterms:W3CDTF">2020-06-09T02:58:34Z</dcterms:created>
  <dcterms:modified xsi:type="dcterms:W3CDTF">2026-01-17T11:45:42Z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0x010100D084E27BF9909C49B6B2071A723661AD</vt:lpwstr>
  </property>
  <property fmtid="{D5CDD505-2E9C-101B-9397-08002B2CF9AE}" pid="3" name="ClassificationContentMarkingFooterLocations">
    <vt:lpwstr>Inner Chapter 2020 master content white:5</vt:lpwstr>
  </property>
  <property fmtid="{D5CDD505-2E9C-101B-9397-08002B2CF9AE}" pid="4" name="ClassificationContentMarkingFooterText">
    <vt:lpwstr>Mondelez International Internal</vt:lpwstr>
  </property>
  <property fmtid="{D5CDD505-2E9C-101B-9397-08002B2CF9AE}" pid="5" name="MediaServiceImageTags">
    <vt:lpwstr/>
  </property>
</Properties>
</file>