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重庆大学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大数据与软件学院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2026 级硕士研究生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软件工程 · 推荐系统方向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研究生入学汇报  ·  PERSONAL RESEARCH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NCF 复现 · MovieLens-1M · HR@10 / 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/>
                <a:ea typeface="微软雅黑"/>
              </a:rPr>
              <a:t>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复现 GMF / MLP / NeuMF 三种结构,HR@10 / NDCG@10 对照论文报告值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来源与可得性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选自本人文献库推荐系统方向基础文献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官方代码 GitHub 开源(TensorFlow 1)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MovieLens-1M 上 HR@10 / NDCG@10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选题理由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代码规模小,单卡可完整复现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与序列 / GNN 推荐一脉相承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为后续科研建立最小闭环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论文身份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Neural Collaborative Filtering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何向南 等 · WWW 2017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 · 被引数千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论文来源与选题理由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文献脉络:NCF 在推荐系统中的位置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2016–2026 技术演进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2016  Wide &amp; Deep:深度学习进入推荐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9A7B12"/>
                </a:solidFill>
                <a:latin typeface="微软雅黑"/>
                <a:ea typeface="微软雅黑"/>
              </a:rPr>
              <a:t>• 2017  NCF:神经协同过滤奠基 ← 本次复现</a:t>
            </a:r>
            <a:r>
              <a:rPr sz="1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2018  SASRec:自注意力序列推荐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2020  LightGCN:图卷积协同过滤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2021–22  图对比学习(SGL / SimGCL)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2023+  大模型推荐(LLM4Rec)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文献检索与精读方法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关键词分层:领域 / 任务 / 方法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多渠道检索:DBLP · Google Scholar · GitHub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精读三问:解决什么 / 怎么解决 / 怎么证明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文献库管理:Zotero 沉淀与分类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以代码验证论文:官方仓库 → 逐模块核对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一句话:用神经网络学习交互函数,替代传统矩阵分解的内积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论文核心公式</a:t>
            </a:r>
          </a:p>
        </p:txBody>
      </p:sp>
      <p:pic>
        <p:nvPicPr>
          <p:cNvPr id="3" name="Picture 2" descr="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07008"/>
            <a:ext cx="1060704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数据取自论文官方仓库并校验行数/字节数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代码解析(1/2):模型三结构与负采样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562356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model.py — 三种结构的 forward(原样摘录)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embed_user_GMF = self.embed_user_GMF(user)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embed_item_GMF = self.embed_item_GMF(item)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output_GMF = embed_user_GMF * embed_item_GMF  # 逐元素相乘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embed_user_MLP = self.embed_user_MLP(user)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embed_item_MLP = self.embed_item_MLP(item)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interaction = torch.cat((embed_user_MLP,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                 embed_item_MLP),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output_MLP = self.MLP_layers(interaction)   # 多层非线性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output_GMF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elif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output_MLP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else:   # NeuMF:两路融合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concat = torch.cat((output_GMF, output_MLP),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prediction = self.predict_layer(concat)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8640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data_utils.py — 训练负采样(1 正 : 4 负)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x in self.features_ps:        # 每条正样本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u = x[0]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t in range(self.num_ng):  # num_ng = 4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while (u, j) in self.train_mat: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    # 跳过用户已交互物品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self.features_ng.append([u, j])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训练集 = 正样本 + 负样本(每 epoch 重新采样)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features_fill = features_ps + features_ng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labels_fill   = [1]*len(features_ps) + [0]*len(features_ng)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与论文逐模块核对:embedding 逐元素相乘(GMF)/ 拼接过 MLP(MLP)/ 双路 concat(NeuMF)——结构一致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代码解析(2/2):训练循环与指标落盘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667512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main.py — 训练与逐 epoch 全量评估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epoch in range(args.epochs):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train_loader.dataset.ng_sample()   # 每 epoch 重采样负样本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user, item, label in train_loader: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model.zero_grad()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prediction = model(user.cuda(), item.cuda())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 = loss_function(prediction, label.float().cuda())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loss.backward()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optimizer.step()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model.eval()                        # 切评估模式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HR, NDCG = evaluate.metrics(model, test_loader, args.top_k)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os.makedirs('logs', exist_ok=True)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with open('logs/{}_{}_factor{}.tsv'.format(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config.model, 'ml-1m', args.factor_num), 'a') as mf: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mf.write('{}  {:.6f}  {:.6f}'.format(epoch, hr, ndcg))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# 仓库实现:epoch / HR@10 / NDCG@10 制表符分隔,6 位小数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43484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# evaluate.py — 与论文一致的口径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predictions = model(user, item)   # 100 个候选打分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_, indices = torch.topk(predictions, top_k)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recommends = torch.take(item, indices)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gt_item = item[0]    # 第 1 个候选 = 真实目标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HR.append(hit(gt_item,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NDCG.append(ndcg(gt_item,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负采样口径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训练 1:4      (每 epoch 重采样)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测试 1 正 + 99 负 = 100 候选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取论文官方 test.negative 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工程改造:</a:t>
            </a: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--model 参数切换三结构 · 逐 epoch 指标 6 位小数落盘 · Windows 环境适配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训练配置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Adam · 4:1 负采样 · 每 epoch 全量评估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评估口径与论文一致(leave-one-out + 100 候选)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数据与日志校验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论文官方产物:训练 994,169 条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逐 epoch 指标落盘,6 位小数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文件字节数与行数校验,弃用模拟数据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实验流程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环境核验 → 数据校验 → 冒烟测试(2 epoch)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/ NeuMF 各 50 epoch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单模型 23-35 分钟(RTX 5070 Ti)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实验流程与实测日志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日志实测(NeuMF):</a:t>
            </a: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epoch 0 → HR 0.5904;epoch 19 → HR 0.6904(最优);epoch 49 → HR 0.6775(稳定,无过拟合)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工具链与兼容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RTX 5070 Ti(Blackwell, sm_120)需 cu128+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预装 torch 为 CPU 版 → 强制重装 cu130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GitHub / 数据集官网直连不通 → 代理镜像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代理截断大文件 → 按字节数校验后重下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复现差距归因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① 实现差异:TF1→PyTorch,初始化/MLP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② 训练预算:论文网格搜索最优,本复现固定一组参数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③ 对照口径:论文 Figure 4 为图读值(±0.005)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相对趋势一致 → 复现可信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数据真伪甄别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预下载「ml-1m」实为模拟数据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抽查发现行为序列异常(user1: item 1..35 连续)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弃用,改取论文官方处理产物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校验:训练 994,169 行与论文协议一致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教训:先核数据源,指标才有意义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问题分析与踩坑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超参与方差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只固定一组参数,未做网格搜索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论文调参取最优,是差距来源之一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单次运行,未报多随机种子均值±方差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实现差异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TF1 → PyTorch 移植,初始化与 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的 NDCG 高于论文图读值由此而来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相对趋势仍与论文一致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评估口径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100 个候选(1 正 + 99 负)与全量物品排序不可比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论文正文称「100 负」,官方数据文件为 99 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结论只在同口径下成立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局限性讨论与个人思考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个人思考(下一步可做的两个小改进):</a:t>
            </a: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① 负采样从均匀采样改为难负样本(popularity-based);② 物品侧引入属性/内容特征做融合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具体产物(均可现场查验)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① 代码仓库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GitHub 公开:代码 + 官方数据 + 运行脚本 + README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环境、复现命令、结果表一应俱全,可复跑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② 实验日志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逐 epoch 指标:epoch / HR@10 / NDCG@10(6 位小数)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完整终端输出:每 epoch 耗时、最优结果自动记录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③ 结果图表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结果对比表:复现值 vs 论文报告值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训练曲线:三结构 HR@10 / NDCG@10(200dpi)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④ 分析文档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复现实验记录:环境 / 协议 / 命令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本汇报 PPT 与讲稿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仓库地址:github.com/849982345-oss/NCF-reproduction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