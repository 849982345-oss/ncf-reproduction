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各位老师好,我是 2026 级硕士研究生徐胜钦,本科新能源科学与工程,跨专业到软件工程,研究方向是推荐系统。下面汇报两部分:一篇论文的复现情况,和假期学习总结。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我复现的是 Neural Collaborative Filtering,何向南等作者,发表于 WWW 2017。它是用深度学习做协同过滤这条线的奠基工作,被引数千次;官方代码 GitHub 开源(TensorFlow 1);论文报告了 MovieLens-1M 上的 HR@10 和 NDCG@10,有明确可对照的数字。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选它之前我做了文献调研:NCF 承接 2016 年的 Wide &amp; Deep,之后 2018 年出现 SASRec 把自注意力引入序列推荐,2020 年 LightGCN 把图卷积简化到极致,再往后是对比学习和大模型推荐。NCF 正好在链条的起点位置,适合作为第一篇复现。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论文要解决的核心问题是:协同过滤里怎么建模用户和物品的交互。传统矩阵分解用内积,表达能力受限;论文用神经网络学习交互函数,提出三种结构:GMF 把 embedding 逐元素相乘再线性打分,建模线性交互;MLP 把 embedding 拼接后过多层感知机,建模非线性;NeuMF 融合两路。训练用隐式反馈二分类、log loss、1 正比 4 负采样;评估用 leave-one-out,每个用户 100 个候选,算 HR@10 和 NDCG@10。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这是核心公式:GMF 的预测式、MLP 的前向、NeuMF 的融合式,以及训练用的二分类 log loss。下面两个是评估指标的定义式——HR@10 是命中率,NDCG@10 还考虑了排名位置。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环境是本机 RTX 5070 Ti 16G,PyTorch 2.14 加 cu130。数据用的是论文官方仓库处理好的 MovieLens-1M:训练 99.4 万条,测试是 6040 个用户、每个用户 1 个真实目标加 99 个随机负样本,和论文协议完全一致。超参固定 factor=8、batch 256、学习率 1e-3。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这是仓库里的真实代码,左边是 model.py 里三种结构的 forward:可以看到 GMF 的逐元素相乘、MLP 的拼接进多层网络、NeuMF 的双路 cat 融合。右边是负采样:每条正样本采 4 条负样本,并且用 while 循环跳过用户已经交互过的物品。这些逻辑都和论文逐模块核对过。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这是训练循环:清梯度、前向、算 loss、反向、更新参数五步;每个 epoch 结束后切换到评估模式,对全部 6040 个测试用户做全量评估,然后把指标以 6 位小数写进日志文件。这是我自己加的三处工程改造之一,另外两处是 --model 参数一键切换三种结构、以及 Windows 环境适配。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实验流程是:环境核验、数据校验、先用 2 个 epoch 冒烟测试确认整条链路通,然后三种结构各跑 50 个 epoch,每个 epoch 都在全量测试用户上评估。三个模型在 5070 Ti 上各跑了 23 到 35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这是复现结果对照论文:NeuMF 是我复现到最好的——HR@10 是 0.690,NDCG@10 是 0.409;论文 Table 2 报告的是 0.688 和 0.410,两项差距都在 0.002 以内,复现成立。GMF 复现 0.640,论文图里读数约 0.645;MLP 是 0.675。关键相对趋势 NeuMF 最好、GMF 和 MLP 接近,和论文结论完全一致。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这是三个模型 50 个 epoch 的训练曲线:都在 20 个 epoch 左右进入平台期,曲线平滑,没有过拟合迹象,相对排序也保持和论文一致。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复现过程中有三个值得说的坑:第一,数据真伪——我最初拿到一份预处理数据,抽查发现行为序列异常,判断是模拟数据直接弃用,改从论文官方仓库取数并校验行数;第二,显卡兼容——5070 Ti 是新架构,需要 cu128 以上的 PyTorch,机器上预装的是 CPU 版,我卸载后重装了 cu130;第三,网络问题——GitHub 和数据集官网直连不通,用代理镜像拿到代码和数据,代理还会截断大文件,我按字节数校验后重新下载。结果差距我归因三层:实现差异、训练预算、对照口径。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局限我也如实说:第一,评估口径是 100 个候选,和全量物品排序不可比,而且论文正文说 100 个负样本、官方数据文件实际是 99 个;第二,我只固定了一组超参,没有做网格搜索,也是差距来源之一;第三,单次运行没有报多随机种子的方差。个人思考:下一步可以先试难负采样,再考虑物品侧引入属性特征。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假期学习围绕一条主线:能不能独立完成一次论文复现。学习内容包括科研方法论——文献检索和精读的三问框架、PyTorch 的实验全链路、Python 与数据分析基础、Git 工作流。完成的工作是系统梳理了推荐系统基础,并独立完成 NCF 从读到跑通到对比的全过程。遇到的问题:跨专业基础差距,我的策略是先跑通最小闭环。后续计划分三步:对齐组内方向、从复现走向改进、长期做出自己的第一篇工作。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产物一共四类,都可以现场查验:第一是代码仓库,已经推上 GitHub,包含代码、官方数据和运行脚本;第二是实验日志,每个 epoch 的指标 6 位小数落盘,完整终端输出也保留;第三是结果图表,包括对比表和训练曲线;第四是分析文档和这份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重庆大学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大数据与软件学院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2026 级硕士研究生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软件工程 · 推荐系统方向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研究生入学汇报  ·  PERSONAL RESEARCH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NCF 复现 · MovieLens-1M · HR@10 / 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/>
                <a:ea typeface="微软雅黑"/>
              </a:rPr>
              <a:t>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复现 GMF / MLP / NeuMF 三种结构,HR@10 / NDCG@10 对照论文报告值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来源与可得性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选自本人文献库推荐系统方向基础文献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官方代码 GitHub 开源(TensorFlow 1)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MovieLens-1M 上 HR@10 / NDCG@10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选题理由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内积→神经网络的思路起点,方法代表性最强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 SASRec / LightGCN 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代码规模小,单卡可完整复现,适合建立最小科研闭环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论文身份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Neural Collaborative Filtering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何向南 等 · WWW 2017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 · 被引数千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论文来源与选题理由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研究背景与研究问题:这篇论文要解决什么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研究背景与任务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推荐系统两类范式:基于内容过滤 与 协同过滤(CF)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协同过滤的核心:从用户-物品交互中学习偏好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主流做法 矩阵分解(MF):用户与物品映射为隐向量,用内积表示交互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本文任务:隐式反馈下的 Top-N 推荐(点击 / 购买等行为,而非显式评分)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技术演进位置:NCF 承接 Wide&amp;Deep(2016),启发 SASRec / LightGCN 等后续工作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已有方法的不足 → 论文的问题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内积表达能力受限:本质是线性模型,难以拟合复杂交互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隐向量各维度被假设相互独立,交互建模受到约束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NCF 之前的工作多是 MF 的变体,或引入辅助信息,交互仍靠内积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论文主张与贡献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用神经网络学习交互函数 f(user, item),替代内积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提出 GMF / MLP / NeuMF 三种结构,实验超越 BPR、eALS 等方法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核心论点:</a:t>
            </a: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把内积替换为神经网络,能提升协同过滤的表达能力与推荐效果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一句话:用神经网络学习交互函数,替代传统矩阵分解的内积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论文核心公式</a:t>
            </a:r>
          </a:p>
        </p:txBody>
      </p:sp>
      <p:pic>
        <p:nvPicPr>
          <p:cNvPr id="3" name="Picture 2" descr="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70432"/>
            <a:ext cx="8961120" cy="4750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数据取自论文官方仓库并校验行数/字节数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代码解析(1/2):模型三结构与负采样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562356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model.py — 三种结构的 forward(原样摘录)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embed_user_GMF = self.embed_user_GMF(user)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embed_item_GMF = self.embed_item_GMF(item)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output_GMF = embed_user_GMF * embed_item_GMF  # 逐元素相乘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embed_user_MLP = self.embed_user_MLP(user)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embed_item_MLP = self.embed_item_MLP(item)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interaction = torch.cat((embed_user_MLP,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                 embed_item_MLP),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output_MLP = self.MLP_layers(interaction)   # 多层非线性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output_GMF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elif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output_MLP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else:   # NeuMF:两路融合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concat = torch.cat((output_GMF, output_MLP),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prediction = self.predict_layer(concat)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8640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data_utils.py — 训练负采样(1 正 : 4 负)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x in self.features_ps:        # 每条正样本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u = x[0]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t in range(self.num_ng):  # num_ng = 4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while (u, j) in self.train_mat: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    # 跳过用户已交互物品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self.features_ng.append([u, j])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训练集 = 正样本 + 负样本(每 epoch 重新采样)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features_fill = features_ps + features_ng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labels_fill   = [1]*len(features_ps) + [0]*len(features_ng)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代码解析(2/2):训练循环与指标落盘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667512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main.py — 训练与逐 epoch 全量评估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epoch in range(args.epochs):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train_loader.dataset.ng_sample()   # 每 epoch 重采样负样本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user, item, label in train_loader: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model.zero_grad()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prediction = model(user.cuda(), item.cuda())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 = loss_function(prediction, label.float().cuda())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loss.backward()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optimizer.step()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model.eval()                        # 切评估模式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HR, NDCG = evaluate.metrics(model, test_loader, args.top_k)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os.makedirs('logs', exist_ok=True)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with open('logs/{}_{}_factor{}.tsv'.format(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config.model, 'ml-1m', args.factor_num), 'a') as mf: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mf.write('{}  {:.6f}  {:.6f}'.format(epoch, hr, ndcg))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# 仓库实现:epoch / HR@10 / NDCG@10 制表符分隔,6 位小数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43484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# evaluate.py — 与论文一致的口径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predictions = model(user, item)   # 100 个候选打分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_, indices = torch.topk(predictions, top_k)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recommends = torch.take(item, indices)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gt_item = item[0]    # 第 1 个候选 = 真实目标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HR.append(hit(gt_item,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NDCG.append(ndcg(gt_item,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负采样口径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训练 1:4      (每 epoch 重采样)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测试 1 正 + 99 负 = 100 候选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取论文官方 test.negative 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训练配置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Adam · 4:1 负采样 · 每 epoch 全量评估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评估口径与论文一致(leave-one-out + 100 候选)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数据与日志校验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论文官方产物:训练 994,169 条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逐 epoch 指标落盘,6 位小数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文件字节数与行数校验,弃用模拟数据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实验流程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环境核验 → 数据校验 → 冒烟测试(2 epoch)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/ NeuMF 各 50 epoch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单模型 23-35 分钟(RTX 5070 Ti)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实验流程与实测日志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87568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超参与方差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只固定一组参数,未做网格搜索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论文调参取最优,是差距来源之一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单次运行,未报多随机种子均值±方差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实现差异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TF1 → PyTorch 移植,初始化与 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的 NDCG 高于论文图读值由此而来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相对趋势仍与论文一致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评估口径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100 个候选(1 正 + 99 负)与全量物品排序不可比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论文正文称「100 负」,官方数据文件为 99 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结论只在同口径下成立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局限性讨论与个人思考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8756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</a:rPr>
              <a:t>个人思考:</a:t>
            </a:r>
            <a:r>
              <a:rPr sz="1050" b="0">
                <a:solidFill>
                  <a:srgbClr val="21242B"/>
                </a:solidFill>
                <a:latin typeface="微软雅黑"/>
                <a:ea typeface="微软雅黑"/>
              </a:rPr>
              <a:t>① 负采样改为难负样本 ② 物品侧引入属性融合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具体产物(均可现场查验)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① 代码仓库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GitHub 公开:代码 + 官方数据 + 运行脚本 + README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环境、复现命令、结果表一应俱全,可复跑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② 实验日志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逐 epoch 指标:epoch / HR@10 / NDCG@10(6 位小数)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完整终端输出:每 epoch 耗时、最优结果自动记录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③ 结果图表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结果对比表:复现值 vs 论文报告值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训练曲线:三结构 HR@10 / NDCG@10(200dpi)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④ 分析文档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复现实验记录:环境 / 协议 / 命令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本汇报 PPT 与讲稿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仓库地址:github.com/849982345-oss/NCF-reproduction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