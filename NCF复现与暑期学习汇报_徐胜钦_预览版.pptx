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各位老师好,我汇报两部分:一篇论文的复现情况 + 假期学习总结。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一句话:NCF 证明『把内积换成神经网络』能超过 BPR/eALS 等矩阵分解方法。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问题分析是导师最看重的部分:诚实说明差异来源。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NCF 论文复现与暑期学习汇报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Neural Collaborative Filtering (WWW 2017) · MovieLens-1M</a:t>
            </a:r>
          </a:p>
          <a:p>
            <a:r>
              <a:t>徐胜钦 · 重庆大学 大数据与软件学院 · 2026级硕士研究生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第一部分:论文复现(约 5 分钟)</a:t>
            </a:r>
          </a:p>
          <a:p>
            <a:pPr lvl="1"/>
            <a:r>
              <a:rPr/>
              <a:t>为什么复现 NCF → 论文核心思想 → 复现流程 → 结果对比 → 问题分析</a:t>
            </a:r>
          </a:p>
          <a:p>
            <a:pPr/>
            <a:r>
              <a:rPr/>
              <a:t>第二部分:暑期学习总结(约 3 分钟)</a:t>
            </a:r>
          </a:p>
          <a:p>
            <a:pPr lvl="1"/>
            <a:r>
              <a:rPr/>
              <a:t>学习内容 → 完成工作与产物 → 遇到的问题 →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为什么选这篇:复现选题逻辑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NCF 是神经协同过滤的代表作(WWW 2017,Google Scholar 被引 3000+),是理解『深度学习如何建模用户-物品交互』的入口</a:t>
            </a:r>
          </a:p>
          <a:p>
            <a:pPr/>
            <a:r>
              <a:rPr/>
              <a:t>与本人方向(推荐系统)直接相关;代码规模小(数百行),可在单卡完整跑通</a:t>
            </a:r>
          </a:p>
          <a:p>
            <a:pPr/>
            <a:r>
              <a:rPr/>
              <a:t>有公开权威对照:论文报告了 MovieLens-1M 上 GMF/MLP/NeuMF 的 HR@10、NDCG@10</a:t>
            </a:r>
          </a:p>
          <a:p>
            <a:pPr/>
            <a:r>
              <a:rPr/>
              <a:t>官方为 TensorFlow 1 实现;本复现采用社区 PyTorch 移植并逐模块核对论文结构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论文核心:用神经网络替代内积建模交互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问题:协同过滤的本质是建模 user-item 交互;传统 MF 用『内积』表达交互,表达能力受限</a:t>
            </a:r>
          </a:p>
          <a:p>
            <a:pPr/>
            <a:r>
              <a:rPr/>
              <a:t>思路:用神经网络学习交互函数 f(user, item)</a:t>
            </a:r>
          </a:p>
          <a:p>
            <a:pPr/>
            <a:r>
              <a:rPr/>
              <a:t>GMF:内积推广——embedding 逐元素相乘后接线性层</a:t>
            </a:r>
          </a:p>
          <a:p>
            <a:pPr/>
            <a:r>
              <a:rPr/>
              <a:t>MLP:embedding 拼接后过多层感知机,学习非线性交互</a:t>
            </a:r>
          </a:p>
          <a:p>
            <a:pPr/>
            <a:r>
              <a:rPr/>
              <a:t>NeuMF:GMF + MLP 双塔融合(concat 后打分),可预训练初始化</a:t>
            </a:r>
          </a:p>
          <a:p>
            <a:pPr/>
            <a:r>
              <a:rPr/>
              <a:t>训练:隐式反馈二值化,log loss(BCE),正:负 = 1:4 采样</a:t>
            </a:r>
          </a:p>
          <a:p>
            <a:pPr/>
            <a:r>
              <a:rPr/>
              <a:t>评估:leave-one-out(每用户最新交互为测试)+ 100 随机负样本,HR@10 / NDCG@10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复现环境与流程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硬件:RTX 5070 Ti 16GB(CUDA 13.4);框架:PyTorch 2.7.1+cu130</a:t>
            </a:r>
          </a:p>
          <a:p>
            <a:pPr/>
            <a:r>
              <a:rPr/>
              <a:t>数据:MovieLens-1M(6,040 用户 / 3,706 物品 / 1,000,209 交互;采用论文同款处理:每用户最新交互留出测试)</a:t>
            </a:r>
          </a:p>
          <a:p>
            <a:pPr/>
            <a:r>
              <a:rPr/>
              <a:t>负采样:训练 1:4(guoyang9 实现,每 epoch 重新采样);测试 1 正 + 100 负(官方 test.negative)</a:t>
            </a:r>
          </a:p>
          <a:p>
            <a:pPr/>
            <a:r>
              <a:rPr/>
              <a:t>超参(贴近论文):factor=8,MLP 3 层,batch=256,lr=1e-3,Adam,Gaussian(0,0.01)初始化</a:t>
            </a:r>
          </a:p>
          <a:p>
            <a:pPr/>
            <a:r>
              <a:rPr/>
              <a:t>流程:环境核验 → 数据校验 → 冒烟训练(2 epoch)→ 全量训练(50 epoch)→ 逐 epoch 记录 HR@10/NDCG@10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复现结果:我的 vs 论文(MovieLens-1M, factor=8)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04800">
                <a:tc>
                  <a:txBody>
                    <a:bodyPr/>
                    <a:lstStyle/>
                    <a:p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复现 HR@10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复现 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论文 HR@10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论文 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论文出处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GMF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Figure 4 读数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≈0.640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≈0.345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Figure 4 读数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NeuMF (no pre-training)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 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相对趋势 NeuMF &gt; GMF ≈ MLP 与论文一致;绝对差距来自实现/超参差异(见问题分析)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训练过程(HR@10 / NDCG@10 随 epoch 变化)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三种结构均稳定收敛,约 19 epoch 后进入平台期;图:左 HR@10,右 NDCG@10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55680" cy="4276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问题分析与踩坑记录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问题 1(数据真实性):预下载的训练数据被识别为模拟数据(user 行为序列异常),弃用;改用论文官方处理产物(hexiangnan 官方 Data/)</a:t>
            </a:r>
          </a:p>
          <a:p>
            <a:pPr/>
            <a:r>
              <a:rPr/>
              <a:t>问题 2(网络与工具链):GitHub / grouplens 直连不通,通过代理镜像获取代码与数据;PyTorch CUDA 版需强制重装(cu130)才能在 RTX 5070 Ti(sm_120)运行</a:t>
            </a:r>
          </a:p>
          <a:p>
            <a:pPr/>
            <a:r>
              <a:rPr/>
              <a:t>问题 3(复现差距归因):绝对指标与论文差异主要来自 ①TensorFlow→PyTorch 实现差异 ②训练轮数与调参策略不同 ③论文 Figure 读数误差;相对趋势(NeuMF&gt;GMF≈MLP)完全复现</a:t>
            </a:r>
          </a:p>
          <a:p>
            <a:pPr/>
            <a:r>
              <a:rPr/>
              <a:t>经验:环境能跑 ≠ 实验可信;先核数据来源,再谈指标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暑期学习总结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学习内容:科研方法论(文献检索与精读:三级阅读法/三问框架)、PyTorch 实验链路(数据/模型/训练/评估)、Python/数据分析基础、Git 工作流</a:t>
            </a:r>
          </a:p>
          <a:p>
            <a:pPr/>
            <a:r>
              <a:rPr/>
              <a:t>完成工作:系统入门推荐系统(协同过滤/序列推荐/隐式反馈/评估协议);独立完成 NCF 三种结构复现与实验记录</a:t>
            </a:r>
          </a:p>
          <a:p>
            <a:pPr/>
            <a:r>
              <a:rPr/>
              <a:t>具体产物:本复现代码仓库(含 README、日志、图表);实验日志完整保留逐 epoch 指标</a:t>
            </a:r>
          </a:p>
          <a:p>
            <a:pPr/>
            <a:r>
              <a:rPr/>
              <a:t>遇到的问题:环境与 CUDA 兼容(新卡 sm_120 需 cu130)、数据源甄别、论文数字与复现差异的归因方法</a:t>
            </a:r>
          </a:p>
          <a:p>
            <a:pPr/>
            <a:r>
              <a:rPr/>
              <a:t>后续计划:①跟组会与导师方向对齐(开源生态/多智能体/负责任推荐)②补图神经网络与 LLM 推荐方法 ③从『复现』走向『改进』:尝试对 NCF 的负采样策略做一个小改进并对比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谢谢,请老师批评指正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代码仓库 / 实验日志 / 结果图表均可现场查看或会后提供链接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