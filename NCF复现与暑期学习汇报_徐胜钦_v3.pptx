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1242B"/>
                </a:solidFill>
                <a:latin typeface="微软雅黑"/>
                <a:ea typeface="微软雅黑"/>
              </a:rPr>
              <a:t>论文复现与暑期学习汇报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微软雅黑"/>
                <a:ea typeface="微软雅黑"/>
              </a:rPr>
              <a:t>NCF · Neural Collaborative Filtering (WWW 2017)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微软雅黑"/>
                <a:ea typeface="微软雅黑"/>
              </a:rPr>
              <a:t>MovieLens-1M 复现实验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汇报时间:2026.09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徐胜钦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重庆大学 · 大数据与软件学院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2026级硕士研究生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汇报框架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① 论文复现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5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为什么复现 NCF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论文核心:三种结构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复现流程与环境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结果对比:我的 vs 论文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问题与差距分析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② 暑期学习总结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3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学习内容与方法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完成工作与产物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遇到的问题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结果可对照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论文报告 HR@10 / NDCG@10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代码规模小,单卡可跑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权威公开数字检验复现质量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为科研打底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官方 TF1 → 本复现 PyTorch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与序列 / GNN 推荐一脉相承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对接组内方向与后续研究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领域代表作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神经协同过滤奠基工作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WWW 2017 · 被引数千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理解「深度学习如何建模交互」的入口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为什么复现 NCF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MLP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多层感知机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拼接 → 多层非线性变换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建模非线性交互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NeuMF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双塔融合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GMF + MLP 拼接后打分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论文与本次复现均显示最优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GMF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广义矩阵分解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逐元素相乘 → 线性打分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内积的神经网络推广 · 线性交互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论文核心:用神经网络学习交互函数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893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协议:隐式反馈二值化 · log loss · 训练负采样 1:4 · leave-one-out 测试 · HR@10 / NDCG@10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MovieLens-1M:6040 用户 / 3706 物品 / 100 万交互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论文官方切分:每用户最新一条为测试(leave-one-out)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训练 99.4 万条 · 测试 6040 用户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协议与超参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测试:1 正 + 99 负 = 100 候选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50 epochs · 逐 epoch 全量评估记录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环境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RTX 5070 Ti(16 GB)· CUDA 13.4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PyTorch 2.14.0 + cu130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基于 guoyang9/NCF 移植,逐模块核对论文结构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复现环境与流程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复现结果:NeuMF 对齐论文 Table 2 水平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37360"/>
          <a:ext cx="10241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出处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GMF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0.640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0.368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≈0.335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MLP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0.675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0.398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≈0.640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≈0.345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NeuMF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0.690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0.409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0.688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0.410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Table 2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结论:</a:t>
            </a: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 相对趋势 NeuMF &gt; GMF ≈ MLP 与论文完全一致;NeuMF 与 Table 2 数值差 ≤ 0.002(实验噪声范围),复现成立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• NeuMF no-pre-training(factor=8)对照论文 Table 2 精确值;GMF/MLP 对照 Figure 4 读数(±0.005),其 NDCG 高于读数源于实现结构差异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训练过程:三结构稳定收敛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4251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三结构约 20 epoch 后进入平台期 · 收敛平滑无过拟合 · 相对排序与论文一致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工具链与兼容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RTX 5070 Ti(sm_120)需 cu128+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预装 torch 为 CPU 版 → 强制重装 cu130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GitHub / grouplens 不通 → 代理镜像取数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复现差距归因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TF→PyTorch 实现细节差异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训练预算与调参策略不同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Figure 读数 ±0.005 误差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相对趋势一致 → 复现可信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数据真伪甄别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预下载「ml-1m」实为模拟数据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行为序列异常(user1: item 1..35 连续)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改取论文官方处理产物并校验行数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教训:先核数据源,指标才有意义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问题分析与踩坑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暑期学习总结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学了什么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科研方法论:文献检索与精读(三问框架)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PyTorch 实验全链路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Python / 数据分析 / Git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产物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独立完成 NCF 三结构复现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代码仓库 + 逐 epoch 实验日志 + 图表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遇到的问题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新卡 CUDA 兼容 / 数据源甄别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复现差异的归因方法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后续计划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对齐组内方向:开源生态 / 负责任推荐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补 GNN 与 LLM 推荐方法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从复现走向改进:负采样策略小实验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21242B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代码仓库 · 实验日志 · 结果图表均可现场查看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欢迎各位老师批评指正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